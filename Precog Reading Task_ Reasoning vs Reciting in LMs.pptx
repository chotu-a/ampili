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4"/>
    <p:sldMasterId id="214748370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Taviraj Light"/>
      <p:regular r:id="rId20"/>
      <p:bold r:id="rId21"/>
      <p:italic r:id="rId22"/>
      <p:boldItalic r:id="rId23"/>
    </p:embeddedFont>
    <p:embeddedFont>
      <p:font typeface="Taviraj"/>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TavirajLight-regular.fntdata"/><Relationship Id="rId22" Type="http://schemas.openxmlformats.org/officeDocument/2006/relationships/font" Target="fonts/TavirajLight-italic.fntdata"/><Relationship Id="rId21" Type="http://schemas.openxmlformats.org/officeDocument/2006/relationships/font" Target="fonts/TavirajLight-bold.fntdata"/><Relationship Id="rId24" Type="http://schemas.openxmlformats.org/officeDocument/2006/relationships/font" Target="fonts/Taviraj-regular.fntdata"/><Relationship Id="rId23" Type="http://schemas.openxmlformats.org/officeDocument/2006/relationships/font" Target="fonts/Taviraj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Taviraj-italic.fntdata"/><Relationship Id="rId25" Type="http://schemas.openxmlformats.org/officeDocument/2006/relationships/font" Target="fonts/Taviraj-bold.fntdata"/><Relationship Id="rId28" Type="http://schemas.openxmlformats.org/officeDocument/2006/relationships/font" Target="fonts/Oswald-regular.fntdata"/><Relationship Id="rId27" Type="http://schemas.openxmlformats.org/officeDocument/2006/relationships/font" Target="fonts/Taviraj-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Oswald-bold.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b3c8de7c5e_0_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b3c8de7c5e_0_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b439b5b06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b439b5b06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b3c8de7c5e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b3c8de7c5e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b3c8de7c5e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b3c8de7c5e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b3c8de7c5e_0_1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b3c8de7c5e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b3c8de7c5e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b3c8de7c5e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b3c8de7c5e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b3c8de7c5e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b3c8de7c5e_0_1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b3c8de7c5e_0_1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3c8de7c5e_0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b3c8de7c5e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3c8de7c5e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b3c8de7c5e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3c8de7c5e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b3c8de7c5e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3c8de7c5e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b3c8de7c5e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type="title">
  <p:cSld name="TITLE">
    <p:spTree>
      <p:nvGrpSpPr>
        <p:cNvPr id="53" name="Shape 53"/>
        <p:cNvGrpSpPr/>
        <p:nvPr/>
      </p:nvGrpSpPr>
      <p:grpSpPr>
        <a:xfrm>
          <a:off x="0" y="0"/>
          <a:ext cx="0" cy="0"/>
          <a:chOff x="0" y="0"/>
          <a:chExt cx="0" cy="0"/>
        </a:xfrm>
      </p:grpSpPr>
      <p:sp>
        <p:nvSpPr>
          <p:cNvPr id="54" name="Google Shape;54;p14"/>
          <p:cNvSpPr/>
          <p:nvPr/>
        </p:nvSpPr>
        <p:spPr>
          <a:xfrm rot="5400000">
            <a:off x="-4200" y="2577625"/>
            <a:ext cx="2580000" cy="2571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55" name="Google Shape;55;p14"/>
          <p:cNvSpPr/>
          <p:nvPr/>
        </p:nvSpPr>
        <p:spPr>
          <a:xfrm rot="-5400000">
            <a:off x="6568200" y="2570005"/>
            <a:ext cx="2580000" cy="25716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56" name="Google Shape;56;p14"/>
          <p:cNvSpPr/>
          <p:nvPr/>
        </p:nvSpPr>
        <p:spPr>
          <a:xfrm rot="10800000">
            <a:off x="50" y="2572225"/>
            <a:ext cx="6576000" cy="2582400"/>
          </a:xfrm>
          <a:prstGeom prst="round2SameRect">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4"/>
          <p:cNvSpPr/>
          <p:nvPr/>
        </p:nvSpPr>
        <p:spPr>
          <a:xfrm rot="-5400000">
            <a:off x="6568200" y="2572150"/>
            <a:ext cx="2580000" cy="2571600"/>
          </a:xfrm>
          <a:prstGeom prst="round2SameRect">
            <a:avLst>
              <a:gd fmla="val 4978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58" name="Google Shape;58;p14"/>
          <p:cNvSpPr/>
          <p:nvPr/>
        </p:nvSpPr>
        <p:spPr>
          <a:xfrm rot="10800000">
            <a:off x="7055400" y="0"/>
            <a:ext cx="2088600" cy="260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59" name="Google Shape;59;p14"/>
          <p:cNvSpPr txBox="1"/>
          <p:nvPr>
            <p:ph type="title"/>
          </p:nvPr>
        </p:nvSpPr>
        <p:spPr>
          <a:xfrm>
            <a:off x="217263" y="609100"/>
            <a:ext cx="8406000" cy="16077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Clr>
                <a:schemeClr val="dk1"/>
              </a:buClr>
              <a:buSzPts val="7000"/>
              <a:buFont typeface="Taviraj"/>
              <a:buNone/>
              <a:defRPr>
                <a:solidFill>
                  <a:schemeClr val="dk1"/>
                </a:solidFill>
                <a:latin typeface="Taviraj"/>
                <a:ea typeface="Taviraj"/>
                <a:cs typeface="Taviraj"/>
                <a:sym typeface="Taviraj"/>
              </a:defRPr>
            </a:lvl1pPr>
            <a:lvl2pPr lvl="1">
              <a:lnSpc>
                <a:spcPct val="70000"/>
              </a:lnSpc>
              <a:spcBef>
                <a:spcPts val="0"/>
              </a:spcBef>
              <a:spcAft>
                <a:spcPts val="0"/>
              </a:spcAft>
              <a:buClr>
                <a:schemeClr val="dk1"/>
              </a:buClr>
              <a:buSzPts val="7000"/>
              <a:buFont typeface="Taviraj"/>
              <a:buNone/>
              <a:defRPr>
                <a:solidFill>
                  <a:schemeClr val="dk1"/>
                </a:solidFill>
                <a:latin typeface="Taviraj"/>
                <a:ea typeface="Taviraj"/>
                <a:cs typeface="Taviraj"/>
                <a:sym typeface="Taviraj"/>
              </a:defRPr>
            </a:lvl2pPr>
            <a:lvl3pPr lvl="2">
              <a:lnSpc>
                <a:spcPct val="70000"/>
              </a:lnSpc>
              <a:spcBef>
                <a:spcPts val="0"/>
              </a:spcBef>
              <a:spcAft>
                <a:spcPts val="0"/>
              </a:spcAft>
              <a:buClr>
                <a:schemeClr val="dk1"/>
              </a:buClr>
              <a:buSzPts val="7000"/>
              <a:buFont typeface="Taviraj"/>
              <a:buNone/>
              <a:defRPr>
                <a:solidFill>
                  <a:schemeClr val="dk1"/>
                </a:solidFill>
                <a:latin typeface="Taviraj"/>
                <a:ea typeface="Taviraj"/>
                <a:cs typeface="Taviraj"/>
                <a:sym typeface="Taviraj"/>
              </a:defRPr>
            </a:lvl3pPr>
            <a:lvl4pPr lvl="3">
              <a:lnSpc>
                <a:spcPct val="70000"/>
              </a:lnSpc>
              <a:spcBef>
                <a:spcPts val="0"/>
              </a:spcBef>
              <a:spcAft>
                <a:spcPts val="0"/>
              </a:spcAft>
              <a:buClr>
                <a:schemeClr val="dk1"/>
              </a:buClr>
              <a:buSzPts val="7000"/>
              <a:buFont typeface="Taviraj"/>
              <a:buNone/>
              <a:defRPr>
                <a:solidFill>
                  <a:schemeClr val="dk1"/>
                </a:solidFill>
                <a:latin typeface="Taviraj"/>
                <a:ea typeface="Taviraj"/>
                <a:cs typeface="Taviraj"/>
                <a:sym typeface="Taviraj"/>
              </a:defRPr>
            </a:lvl4pPr>
            <a:lvl5pPr lvl="4">
              <a:lnSpc>
                <a:spcPct val="70000"/>
              </a:lnSpc>
              <a:spcBef>
                <a:spcPts val="0"/>
              </a:spcBef>
              <a:spcAft>
                <a:spcPts val="0"/>
              </a:spcAft>
              <a:buClr>
                <a:schemeClr val="dk1"/>
              </a:buClr>
              <a:buSzPts val="7000"/>
              <a:buFont typeface="Taviraj"/>
              <a:buNone/>
              <a:defRPr>
                <a:solidFill>
                  <a:schemeClr val="dk1"/>
                </a:solidFill>
                <a:latin typeface="Taviraj"/>
                <a:ea typeface="Taviraj"/>
                <a:cs typeface="Taviraj"/>
                <a:sym typeface="Taviraj"/>
              </a:defRPr>
            </a:lvl5pPr>
            <a:lvl6pPr lvl="5">
              <a:lnSpc>
                <a:spcPct val="70000"/>
              </a:lnSpc>
              <a:spcBef>
                <a:spcPts val="0"/>
              </a:spcBef>
              <a:spcAft>
                <a:spcPts val="0"/>
              </a:spcAft>
              <a:buClr>
                <a:schemeClr val="dk1"/>
              </a:buClr>
              <a:buSzPts val="7000"/>
              <a:buFont typeface="Taviraj"/>
              <a:buNone/>
              <a:defRPr>
                <a:solidFill>
                  <a:schemeClr val="dk1"/>
                </a:solidFill>
                <a:latin typeface="Taviraj"/>
                <a:ea typeface="Taviraj"/>
                <a:cs typeface="Taviraj"/>
                <a:sym typeface="Taviraj"/>
              </a:defRPr>
            </a:lvl6pPr>
            <a:lvl7pPr lvl="6">
              <a:lnSpc>
                <a:spcPct val="70000"/>
              </a:lnSpc>
              <a:spcBef>
                <a:spcPts val="0"/>
              </a:spcBef>
              <a:spcAft>
                <a:spcPts val="0"/>
              </a:spcAft>
              <a:buClr>
                <a:schemeClr val="dk1"/>
              </a:buClr>
              <a:buSzPts val="7000"/>
              <a:buFont typeface="Taviraj"/>
              <a:buNone/>
              <a:defRPr>
                <a:solidFill>
                  <a:schemeClr val="dk1"/>
                </a:solidFill>
                <a:latin typeface="Taviraj"/>
                <a:ea typeface="Taviraj"/>
                <a:cs typeface="Taviraj"/>
                <a:sym typeface="Taviraj"/>
              </a:defRPr>
            </a:lvl7pPr>
            <a:lvl8pPr lvl="7">
              <a:lnSpc>
                <a:spcPct val="70000"/>
              </a:lnSpc>
              <a:spcBef>
                <a:spcPts val="0"/>
              </a:spcBef>
              <a:spcAft>
                <a:spcPts val="0"/>
              </a:spcAft>
              <a:buClr>
                <a:schemeClr val="dk1"/>
              </a:buClr>
              <a:buSzPts val="7000"/>
              <a:buFont typeface="Taviraj"/>
              <a:buNone/>
              <a:defRPr>
                <a:solidFill>
                  <a:schemeClr val="dk1"/>
                </a:solidFill>
                <a:latin typeface="Taviraj"/>
                <a:ea typeface="Taviraj"/>
                <a:cs typeface="Taviraj"/>
                <a:sym typeface="Taviraj"/>
              </a:defRPr>
            </a:lvl8pPr>
            <a:lvl9pPr lvl="8">
              <a:lnSpc>
                <a:spcPct val="70000"/>
              </a:lnSpc>
              <a:spcBef>
                <a:spcPts val="0"/>
              </a:spcBef>
              <a:spcAft>
                <a:spcPts val="0"/>
              </a:spcAft>
              <a:buClr>
                <a:schemeClr val="dk1"/>
              </a:buClr>
              <a:buSzPts val="7000"/>
              <a:buFont typeface="Taviraj"/>
              <a:buNone/>
              <a:defRPr>
                <a:solidFill>
                  <a:schemeClr val="dk1"/>
                </a:solidFill>
                <a:latin typeface="Taviraj"/>
                <a:ea typeface="Taviraj"/>
                <a:cs typeface="Taviraj"/>
                <a:sym typeface="Taviraj"/>
              </a:defRPr>
            </a:lvl9pPr>
          </a:lstStyle>
          <a:p/>
        </p:txBody>
      </p:sp>
      <p:sp>
        <p:nvSpPr>
          <p:cNvPr id="60" name="Google Shape;60;p14"/>
          <p:cNvSpPr txBox="1"/>
          <p:nvPr>
            <p:ph idx="1" type="subTitle"/>
          </p:nvPr>
        </p:nvSpPr>
        <p:spPr>
          <a:xfrm>
            <a:off x="1926050" y="3396025"/>
            <a:ext cx="2724000" cy="934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2200"/>
              <a:buFont typeface="Oswald"/>
              <a:buNone/>
              <a:defRPr sz="2200">
                <a:solidFill>
                  <a:schemeClr val="dk2"/>
                </a:solidFill>
              </a:defRPr>
            </a:lvl1pPr>
            <a:lvl2pPr lvl="1">
              <a:spcBef>
                <a:spcPts val="0"/>
              </a:spcBef>
              <a:spcAft>
                <a:spcPts val="0"/>
              </a:spcAft>
              <a:buClr>
                <a:schemeClr val="dk2"/>
              </a:buClr>
              <a:buSzPts val="6000"/>
              <a:buNone/>
              <a:defRPr>
                <a:solidFill>
                  <a:schemeClr val="dk2"/>
                </a:solidFill>
              </a:defRPr>
            </a:lvl2pPr>
            <a:lvl3pPr lvl="2">
              <a:spcBef>
                <a:spcPts val="0"/>
              </a:spcBef>
              <a:spcAft>
                <a:spcPts val="0"/>
              </a:spcAft>
              <a:buClr>
                <a:schemeClr val="dk2"/>
              </a:buClr>
              <a:buSzPts val="6000"/>
              <a:buNone/>
              <a:defRPr>
                <a:solidFill>
                  <a:schemeClr val="dk2"/>
                </a:solidFill>
              </a:defRPr>
            </a:lvl3pPr>
            <a:lvl4pPr lvl="3">
              <a:spcBef>
                <a:spcPts val="0"/>
              </a:spcBef>
              <a:spcAft>
                <a:spcPts val="0"/>
              </a:spcAft>
              <a:buClr>
                <a:schemeClr val="dk2"/>
              </a:buClr>
              <a:buSzPts val="6000"/>
              <a:buNone/>
              <a:defRPr>
                <a:solidFill>
                  <a:schemeClr val="dk2"/>
                </a:solidFill>
              </a:defRPr>
            </a:lvl4pPr>
            <a:lvl5pPr lvl="4">
              <a:spcBef>
                <a:spcPts val="0"/>
              </a:spcBef>
              <a:spcAft>
                <a:spcPts val="0"/>
              </a:spcAft>
              <a:buClr>
                <a:schemeClr val="dk2"/>
              </a:buClr>
              <a:buSzPts val="6000"/>
              <a:buNone/>
              <a:defRPr>
                <a:solidFill>
                  <a:schemeClr val="dk2"/>
                </a:solidFill>
              </a:defRPr>
            </a:lvl5pPr>
            <a:lvl6pPr lvl="5">
              <a:spcBef>
                <a:spcPts val="0"/>
              </a:spcBef>
              <a:spcAft>
                <a:spcPts val="0"/>
              </a:spcAft>
              <a:buClr>
                <a:schemeClr val="dk2"/>
              </a:buClr>
              <a:buSzPts val="6000"/>
              <a:buNone/>
              <a:defRPr>
                <a:solidFill>
                  <a:schemeClr val="dk2"/>
                </a:solidFill>
              </a:defRPr>
            </a:lvl6pPr>
            <a:lvl7pPr lvl="6">
              <a:spcBef>
                <a:spcPts val="0"/>
              </a:spcBef>
              <a:spcAft>
                <a:spcPts val="0"/>
              </a:spcAft>
              <a:buClr>
                <a:schemeClr val="dk2"/>
              </a:buClr>
              <a:buSzPts val="6000"/>
              <a:buNone/>
              <a:defRPr>
                <a:solidFill>
                  <a:schemeClr val="dk2"/>
                </a:solidFill>
              </a:defRPr>
            </a:lvl7pPr>
            <a:lvl8pPr lvl="7">
              <a:spcBef>
                <a:spcPts val="0"/>
              </a:spcBef>
              <a:spcAft>
                <a:spcPts val="0"/>
              </a:spcAft>
              <a:buClr>
                <a:schemeClr val="dk2"/>
              </a:buClr>
              <a:buSzPts val="6000"/>
              <a:buNone/>
              <a:defRPr>
                <a:solidFill>
                  <a:schemeClr val="dk2"/>
                </a:solidFill>
              </a:defRPr>
            </a:lvl8pPr>
            <a:lvl9pPr lvl="8">
              <a:spcBef>
                <a:spcPts val="0"/>
              </a:spcBef>
              <a:spcAft>
                <a:spcPts val="0"/>
              </a:spcAft>
              <a:buClr>
                <a:schemeClr val="dk2"/>
              </a:buClr>
              <a:buSzPts val="6000"/>
              <a:buNone/>
              <a:defRPr>
                <a:solidFill>
                  <a:schemeClr val="dk2"/>
                </a:solidFill>
              </a:defRPr>
            </a:lvl9pPr>
          </a:lstStyle>
          <a:p/>
        </p:txBody>
      </p:sp>
      <p:sp>
        <p:nvSpPr>
          <p:cNvPr id="61" name="Google Shape;61;p14"/>
          <p:cNvSpPr txBox="1"/>
          <p:nvPr>
            <p:ph idx="2" type="subTitle"/>
          </p:nvPr>
        </p:nvSpPr>
        <p:spPr>
          <a:xfrm>
            <a:off x="6576050" y="3396025"/>
            <a:ext cx="2571600" cy="934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2200"/>
              <a:buFont typeface="Oswald"/>
              <a:buNone/>
              <a:defRPr sz="2200">
                <a:solidFill>
                  <a:schemeClr val="dk1"/>
                </a:solidFill>
              </a:defRPr>
            </a:lvl1pPr>
            <a:lvl2pPr lvl="1">
              <a:spcBef>
                <a:spcPts val="0"/>
              </a:spcBef>
              <a:spcAft>
                <a:spcPts val="0"/>
              </a:spcAft>
              <a:buClr>
                <a:schemeClr val="dk1"/>
              </a:buClr>
              <a:buSzPts val="6000"/>
              <a:buNone/>
              <a:defRPr>
                <a:solidFill>
                  <a:schemeClr val="dk1"/>
                </a:solidFill>
              </a:defRPr>
            </a:lvl2pPr>
            <a:lvl3pPr lvl="2">
              <a:spcBef>
                <a:spcPts val="0"/>
              </a:spcBef>
              <a:spcAft>
                <a:spcPts val="0"/>
              </a:spcAft>
              <a:buClr>
                <a:schemeClr val="dk1"/>
              </a:buClr>
              <a:buSzPts val="6000"/>
              <a:buNone/>
              <a:defRPr>
                <a:solidFill>
                  <a:schemeClr val="dk1"/>
                </a:solidFill>
              </a:defRPr>
            </a:lvl3pPr>
            <a:lvl4pPr lvl="3">
              <a:spcBef>
                <a:spcPts val="0"/>
              </a:spcBef>
              <a:spcAft>
                <a:spcPts val="0"/>
              </a:spcAft>
              <a:buClr>
                <a:schemeClr val="dk1"/>
              </a:buClr>
              <a:buSzPts val="6000"/>
              <a:buNone/>
              <a:defRPr>
                <a:solidFill>
                  <a:schemeClr val="dk1"/>
                </a:solidFill>
              </a:defRPr>
            </a:lvl4pPr>
            <a:lvl5pPr lvl="4">
              <a:spcBef>
                <a:spcPts val="0"/>
              </a:spcBef>
              <a:spcAft>
                <a:spcPts val="0"/>
              </a:spcAft>
              <a:buClr>
                <a:schemeClr val="dk1"/>
              </a:buClr>
              <a:buSzPts val="6000"/>
              <a:buNone/>
              <a:defRPr>
                <a:solidFill>
                  <a:schemeClr val="dk1"/>
                </a:solidFill>
              </a:defRPr>
            </a:lvl5pPr>
            <a:lvl6pPr lvl="5">
              <a:spcBef>
                <a:spcPts val="0"/>
              </a:spcBef>
              <a:spcAft>
                <a:spcPts val="0"/>
              </a:spcAft>
              <a:buClr>
                <a:schemeClr val="dk1"/>
              </a:buClr>
              <a:buSzPts val="6000"/>
              <a:buNone/>
              <a:defRPr>
                <a:solidFill>
                  <a:schemeClr val="dk1"/>
                </a:solidFill>
              </a:defRPr>
            </a:lvl6pPr>
            <a:lvl7pPr lvl="6">
              <a:spcBef>
                <a:spcPts val="0"/>
              </a:spcBef>
              <a:spcAft>
                <a:spcPts val="0"/>
              </a:spcAft>
              <a:buClr>
                <a:schemeClr val="dk1"/>
              </a:buClr>
              <a:buSzPts val="6000"/>
              <a:buNone/>
              <a:defRPr>
                <a:solidFill>
                  <a:schemeClr val="dk1"/>
                </a:solidFill>
              </a:defRPr>
            </a:lvl7pPr>
            <a:lvl8pPr lvl="7">
              <a:spcBef>
                <a:spcPts val="0"/>
              </a:spcBef>
              <a:spcAft>
                <a:spcPts val="0"/>
              </a:spcAft>
              <a:buClr>
                <a:schemeClr val="dk1"/>
              </a:buClr>
              <a:buSzPts val="6000"/>
              <a:buNone/>
              <a:defRPr>
                <a:solidFill>
                  <a:schemeClr val="dk1"/>
                </a:solidFill>
              </a:defRPr>
            </a:lvl8pPr>
            <a:lvl9pPr lvl="8">
              <a:spcBef>
                <a:spcPts val="0"/>
              </a:spcBef>
              <a:spcAft>
                <a:spcPts val="0"/>
              </a:spcAft>
              <a:buClr>
                <a:schemeClr val="dk1"/>
              </a:buClr>
              <a:buSzPts val="6000"/>
              <a:buNone/>
              <a:defRPr>
                <a:solidFill>
                  <a:schemeClr val="dk1"/>
                </a:solidFill>
              </a:defRPr>
            </a:lvl9pPr>
          </a:lstStyle>
          <a:p/>
        </p:txBody>
      </p:sp>
      <p:sp>
        <p:nvSpPr>
          <p:cNvPr id="62" name="Google Shape;62;p14"/>
          <p:cNvSpPr txBox="1"/>
          <p:nvPr>
            <p:ph idx="3"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1pPr>
            <a:lvl2pPr lvl="1"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2pPr>
            <a:lvl3pPr lvl="2"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3pPr>
            <a:lvl4pPr lvl="3"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4pPr>
            <a:lvl5pPr lvl="4"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5pPr>
            <a:lvl6pPr lvl="5"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6pPr>
            <a:lvl7pPr lvl="6"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7pPr>
            <a:lvl8pPr lvl="7"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8pPr>
            <a:lvl9pPr lvl="8"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guide id="3" pos="204">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63" name="Shape 63"/>
        <p:cNvGrpSpPr/>
        <p:nvPr/>
      </p:nvGrpSpPr>
      <p:grpSpPr>
        <a:xfrm>
          <a:off x="0" y="0"/>
          <a:ext cx="0" cy="0"/>
          <a:chOff x="0" y="0"/>
          <a:chExt cx="0" cy="0"/>
        </a:xfrm>
      </p:grpSpPr>
      <p:sp>
        <p:nvSpPr>
          <p:cNvPr id="64" name="Google Shape;64;p1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5" name="Google Shape;65;p1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6" name="Google Shape;6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67" name="Shape 67"/>
        <p:cNvGrpSpPr/>
        <p:nvPr/>
      </p:nvGrpSpPr>
      <p:grpSpPr>
        <a:xfrm>
          <a:off x="0" y="0"/>
          <a:ext cx="0" cy="0"/>
          <a:chOff x="0" y="0"/>
          <a:chExt cx="0" cy="0"/>
        </a:xfrm>
      </p:grpSpPr>
      <p:sp>
        <p:nvSpPr>
          <p:cNvPr id="68" name="Google Shape;68;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0" name="Google Shape;70;p1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71" name="Google Shape;71;p1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2" name="Google Shape;7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73" name="Shape 73"/>
        <p:cNvGrpSpPr/>
        <p:nvPr/>
      </p:nvGrpSpPr>
      <p:grpSpPr>
        <a:xfrm>
          <a:off x="0" y="0"/>
          <a:ext cx="0" cy="0"/>
          <a:chOff x="0" y="0"/>
          <a:chExt cx="0" cy="0"/>
        </a:xfrm>
      </p:grpSpPr>
      <p:sp>
        <p:nvSpPr>
          <p:cNvPr id="74" name="Google Shape;74;p17"/>
          <p:cNvSpPr/>
          <p:nvPr/>
        </p:nvSpPr>
        <p:spPr>
          <a:xfrm rot="5400000">
            <a:off x="4175722" y="175350"/>
            <a:ext cx="792600" cy="91437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75" name="Google Shape;75;p17"/>
          <p:cNvSpPr/>
          <p:nvPr/>
        </p:nvSpPr>
        <p:spPr>
          <a:xfrm rot="5400000">
            <a:off x="3634520" y="716553"/>
            <a:ext cx="792600" cy="80613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76" name="Google Shape;76;p17"/>
          <p:cNvSpPr/>
          <p:nvPr/>
        </p:nvSpPr>
        <p:spPr>
          <a:xfrm rot="5400000">
            <a:off x="1893425" y="2457300"/>
            <a:ext cx="792600" cy="45798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77" name="Google Shape;77;p17"/>
          <p:cNvSpPr/>
          <p:nvPr/>
        </p:nvSpPr>
        <p:spPr>
          <a:xfrm rot="10800000">
            <a:off x="7055400" y="0"/>
            <a:ext cx="2088600" cy="260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78" name="Google Shape;78;p17"/>
          <p:cNvSpPr txBox="1"/>
          <p:nvPr>
            <p:ph idx="1"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1pPr>
            <a:lvl2pPr lvl="1"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2pPr>
            <a:lvl3pPr lvl="2"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3pPr>
            <a:lvl4pPr lvl="3"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4pPr>
            <a:lvl5pPr lvl="4"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5pPr>
            <a:lvl6pPr lvl="5"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6pPr>
            <a:lvl7pPr lvl="6"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7pPr>
            <a:lvl8pPr lvl="7"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8pPr>
            <a:lvl9pPr lvl="8"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9pPr>
          </a:lstStyle>
          <a:p/>
        </p:txBody>
      </p:sp>
      <p:sp>
        <p:nvSpPr>
          <p:cNvPr id="79" name="Google Shape;79;p17"/>
          <p:cNvSpPr txBox="1"/>
          <p:nvPr>
            <p:ph idx="2" type="subTitle"/>
          </p:nvPr>
        </p:nvSpPr>
        <p:spPr>
          <a:xfrm>
            <a:off x="323400" y="984875"/>
            <a:ext cx="1114800" cy="85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Oswald"/>
              <a:buNone/>
              <a:defRPr>
                <a:solidFill>
                  <a:schemeClr val="dk2"/>
                </a:solidFill>
              </a:defRPr>
            </a:lvl1pPr>
            <a:lvl2pPr lvl="1">
              <a:spcBef>
                <a:spcPts val="0"/>
              </a:spcBef>
              <a:spcAft>
                <a:spcPts val="0"/>
              </a:spcAft>
              <a:buClr>
                <a:schemeClr val="dk2"/>
              </a:buClr>
              <a:buSzPts val="6000"/>
              <a:buNone/>
              <a:defRPr>
                <a:solidFill>
                  <a:schemeClr val="dk2"/>
                </a:solidFill>
              </a:defRPr>
            </a:lvl2pPr>
            <a:lvl3pPr lvl="2">
              <a:spcBef>
                <a:spcPts val="0"/>
              </a:spcBef>
              <a:spcAft>
                <a:spcPts val="0"/>
              </a:spcAft>
              <a:buClr>
                <a:schemeClr val="dk2"/>
              </a:buClr>
              <a:buSzPts val="6000"/>
              <a:buNone/>
              <a:defRPr>
                <a:solidFill>
                  <a:schemeClr val="dk2"/>
                </a:solidFill>
              </a:defRPr>
            </a:lvl3pPr>
            <a:lvl4pPr lvl="3">
              <a:spcBef>
                <a:spcPts val="0"/>
              </a:spcBef>
              <a:spcAft>
                <a:spcPts val="0"/>
              </a:spcAft>
              <a:buClr>
                <a:schemeClr val="dk2"/>
              </a:buClr>
              <a:buSzPts val="6000"/>
              <a:buNone/>
              <a:defRPr>
                <a:solidFill>
                  <a:schemeClr val="dk2"/>
                </a:solidFill>
              </a:defRPr>
            </a:lvl4pPr>
            <a:lvl5pPr lvl="4">
              <a:spcBef>
                <a:spcPts val="0"/>
              </a:spcBef>
              <a:spcAft>
                <a:spcPts val="0"/>
              </a:spcAft>
              <a:buClr>
                <a:schemeClr val="dk2"/>
              </a:buClr>
              <a:buSzPts val="6000"/>
              <a:buNone/>
              <a:defRPr>
                <a:solidFill>
                  <a:schemeClr val="dk2"/>
                </a:solidFill>
              </a:defRPr>
            </a:lvl5pPr>
            <a:lvl6pPr lvl="5">
              <a:spcBef>
                <a:spcPts val="0"/>
              </a:spcBef>
              <a:spcAft>
                <a:spcPts val="0"/>
              </a:spcAft>
              <a:buClr>
                <a:schemeClr val="dk2"/>
              </a:buClr>
              <a:buSzPts val="6000"/>
              <a:buNone/>
              <a:defRPr>
                <a:solidFill>
                  <a:schemeClr val="dk2"/>
                </a:solidFill>
              </a:defRPr>
            </a:lvl6pPr>
            <a:lvl7pPr lvl="6">
              <a:spcBef>
                <a:spcPts val="0"/>
              </a:spcBef>
              <a:spcAft>
                <a:spcPts val="0"/>
              </a:spcAft>
              <a:buClr>
                <a:schemeClr val="dk2"/>
              </a:buClr>
              <a:buSzPts val="6000"/>
              <a:buNone/>
              <a:defRPr>
                <a:solidFill>
                  <a:schemeClr val="dk2"/>
                </a:solidFill>
              </a:defRPr>
            </a:lvl7pPr>
            <a:lvl8pPr lvl="7">
              <a:spcBef>
                <a:spcPts val="0"/>
              </a:spcBef>
              <a:spcAft>
                <a:spcPts val="0"/>
              </a:spcAft>
              <a:buClr>
                <a:schemeClr val="dk2"/>
              </a:buClr>
              <a:buSzPts val="6000"/>
              <a:buNone/>
              <a:defRPr>
                <a:solidFill>
                  <a:schemeClr val="dk2"/>
                </a:solidFill>
              </a:defRPr>
            </a:lvl8pPr>
            <a:lvl9pPr lvl="8">
              <a:spcBef>
                <a:spcPts val="0"/>
              </a:spcBef>
              <a:spcAft>
                <a:spcPts val="0"/>
              </a:spcAft>
              <a:buClr>
                <a:schemeClr val="dk2"/>
              </a:buClr>
              <a:buSzPts val="6000"/>
              <a:buNone/>
              <a:defRPr>
                <a:solidFill>
                  <a:schemeClr val="dk2"/>
                </a:solidFill>
              </a:defRPr>
            </a:lvl9pPr>
          </a:lstStyle>
          <a:p/>
        </p:txBody>
      </p:sp>
      <p:sp>
        <p:nvSpPr>
          <p:cNvPr id="80" name="Google Shape;80;p17"/>
          <p:cNvSpPr txBox="1"/>
          <p:nvPr>
            <p:ph idx="3" type="body"/>
          </p:nvPr>
        </p:nvSpPr>
        <p:spPr>
          <a:xfrm>
            <a:off x="1304700" y="1335950"/>
            <a:ext cx="3343800" cy="422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Taviraj Light"/>
              <a:buChar char="●"/>
              <a:defRPr>
                <a:solidFill>
                  <a:schemeClr val="dk1"/>
                </a:solidFill>
              </a:defRPr>
            </a:lvl1pPr>
            <a:lvl2pPr indent="-317500" lvl="1" marL="914400">
              <a:spcBef>
                <a:spcPts val="0"/>
              </a:spcBef>
              <a:spcAft>
                <a:spcPts val="0"/>
              </a:spcAft>
              <a:buClr>
                <a:schemeClr val="dk1"/>
              </a:buClr>
              <a:buSzPts val="1400"/>
              <a:buFont typeface="Taviraj Light"/>
              <a:buChar char="○"/>
              <a:defRPr>
                <a:solidFill>
                  <a:schemeClr val="dk1"/>
                </a:solidFill>
              </a:defRPr>
            </a:lvl2pPr>
            <a:lvl3pPr indent="-317500" lvl="2" marL="1371600">
              <a:spcBef>
                <a:spcPts val="0"/>
              </a:spcBef>
              <a:spcAft>
                <a:spcPts val="0"/>
              </a:spcAft>
              <a:buClr>
                <a:schemeClr val="dk1"/>
              </a:buClr>
              <a:buSzPts val="1400"/>
              <a:buFont typeface="Taviraj Light"/>
              <a:buChar char="■"/>
              <a:defRPr>
                <a:solidFill>
                  <a:schemeClr val="dk1"/>
                </a:solidFill>
              </a:defRPr>
            </a:lvl3pPr>
            <a:lvl4pPr indent="-317500" lvl="3" marL="1828800">
              <a:spcBef>
                <a:spcPts val="0"/>
              </a:spcBef>
              <a:spcAft>
                <a:spcPts val="0"/>
              </a:spcAft>
              <a:buClr>
                <a:schemeClr val="dk1"/>
              </a:buClr>
              <a:buSzPts val="1400"/>
              <a:buFont typeface="Taviraj Light"/>
              <a:buChar char="●"/>
              <a:defRPr>
                <a:solidFill>
                  <a:schemeClr val="dk1"/>
                </a:solidFill>
              </a:defRPr>
            </a:lvl4pPr>
            <a:lvl5pPr indent="-317500" lvl="4" marL="2286000">
              <a:spcBef>
                <a:spcPts val="0"/>
              </a:spcBef>
              <a:spcAft>
                <a:spcPts val="0"/>
              </a:spcAft>
              <a:buClr>
                <a:schemeClr val="dk1"/>
              </a:buClr>
              <a:buSzPts val="1400"/>
              <a:buFont typeface="Taviraj Light"/>
              <a:buChar char="○"/>
              <a:defRPr>
                <a:solidFill>
                  <a:schemeClr val="dk1"/>
                </a:solidFill>
              </a:defRPr>
            </a:lvl5pPr>
            <a:lvl6pPr indent="-317500" lvl="5" marL="2743200">
              <a:spcBef>
                <a:spcPts val="0"/>
              </a:spcBef>
              <a:spcAft>
                <a:spcPts val="0"/>
              </a:spcAft>
              <a:buClr>
                <a:schemeClr val="dk1"/>
              </a:buClr>
              <a:buSzPts val="1400"/>
              <a:buFont typeface="Taviraj Light"/>
              <a:buChar char="■"/>
              <a:defRPr>
                <a:solidFill>
                  <a:schemeClr val="dk1"/>
                </a:solidFill>
              </a:defRPr>
            </a:lvl6pPr>
            <a:lvl7pPr indent="-317500" lvl="6" marL="3200400">
              <a:spcBef>
                <a:spcPts val="0"/>
              </a:spcBef>
              <a:spcAft>
                <a:spcPts val="0"/>
              </a:spcAft>
              <a:buClr>
                <a:schemeClr val="dk1"/>
              </a:buClr>
              <a:buSzPts val="1400"/>
              <a:buFont typeface="Taviraj Light"/>
              <a:buChar char="●"/>
              <a:defRPr>
                <a:solidFill>
                  <a:schemeClr val="dk1"/>
                </a:solidFill>
              </a:defRPr>
            </a:lvl7pPr>
            <a:lvl8pPr indent="-317500" lvl="7" marL="3657600">
              <a:spcBef>
                <a:spcPts val="0"/>
              </a:spcBef>
              <a:spcAft>
                <a:spcPts val="0"/>
              </a:spcAft>
              <a:buClr>
                <a:schemeClr val="dk1"/>
              </a:buClr>
              <a:buSzPts val="1400"/>
              <a:buFont typeface="Taviraj Light"/>
              <a:buChar char="○"/>
              <a:defRPr>
                <a:solidFill>
                  <a:schemeClr val="dk1"/>
                </a:solidFill>
              </a:defRPr>
            </a:lvl8pPr>
            <a:lvl9pPr indent="-317500" lvl="8" marL="4114800">
              <a:spcBef>
                <a:spcPts val="0"/>
              </a:spcBef>
              <a:spcAft>
                <a:spcPts val="0"/>
              </a:spcAft>
              <a:buClr>
                <a:schemeClr val="dk1"/>
              </a:buClr>
              <a:buSzPts val="1400"/>
              <a:buFont typeface="Taviraj Light"/>
              <a:buChar char="■"/>
              <a:defRPr>
                <a:solidFill>
                  <a:schemeClr val="dk1"/>
                </a:solidFill>
              </a:defRPr>
            </a:lvl9pPr>
          </a:lstStyle>
          <a:p/>
        </p:txBody>
      </p:sp>
      <p:sp>
        <p:nvSpPr>
          <p:cNvPr id="81" name="Google Shape;81;p17"/>
          <p:cNvSpPr txBox="1"/>
          <p:nvPr>
            <p:ph idx="4" type="subTitle"/>
          </p:nvPr>
        </p:nvSpPr>
        <p:spPr>
          <a:xfrm>
            <a:off x="332421" y="1993650"/>
            <a:ext cx="1114800" cy="85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Oswald"/>
              <a:buNone/>
              <a:defRPr>
                <a:solidFill>
                  <a:schemeClr val="dk2"/>
                </a:solidFill>
              </a:defRPr>
            </a:lvl1pPr>
            <a:lvl2pPr lvl="1">
              <a:spcBef>
                <a:spcPts val="0"/>
              </a:spcBef>
              <a:spcAft>
                <a:spcPts val="0"/>
              </a:spcAft>
              <a:buClr>
                <a:schemeClr val="dk2"/>
              </a:buClr>
              <a:buSzPts val="6000"/>
              <a:buNone/>
              <a:defRPr>
                <a:solidFill>
                  <a:schemeClr val="dk2"/>
                </a:solidFill>
              </a:defRPr>
            </a:lvl2pPr>
            <a:lvl3pPr lvl="2">
              <a:spcBef>
                <a:spcPts val="0"/>
              </a:spcBef>
              <a:spcAft>
                <a:spcPts val="0"/>
              </a:spcAft>
              <a:buClr>
                <a:schemeClr val="dk2"/>
              </a:buClr>
              <a:buSzPts val="6000"/>
              <a:buNone/>
              <a:defRPr>
                <a:solidFill>
                  <a:schemeClr val="dk2"/>
                </a:solidFill>
              </a:defRPr>
            </a:lvl3pPr>
            <a:lvl4pPr lvl="3">
              <a:spcBef>
                <a:spcPts val="0"/>
              </a:spcBef>
              <a:spcAft>
                <a:spcPts val="0"/>
              </a:spcAft>
              <a:buClr>
                <a:schemeClr val="dk2"/>
              </a:buClr>
              <a:buSzPts val="6000"/>
              <a:buNone/>
              <a:defRPr>
                <a:solidFill>
                  <a:schemeClr val="dk2"/>
                </a:solidFill>
              </a:defRPr>
            </a:lvl4pPr>
            <a:lvl5pPr lvl="4">
              <a:spcBef>
                <a:spcPts val="0"/>
              </a:spcBef>
              <a:spcAft>
                <a:spcPts val="0"/>
              </a:spcAft>
              <a:buClr>
                <a:schemeClr val="dk2"/>
              </a:buClr>
              <a:buSzPts val="6000"/>
              <a:buNone/>
              <a:defRPr>
                <a:solidFill>
                  <a:schemeClr val="dk2"/>
                </a:solidFill>
              </a:defRPr>
            </a:lvl5pPr>
            <a:lvl6pPr lvl="5">
              <a:spcBef>
                <a:spcPts val="0"/>
              </a:spcBef>
              <a:spcAft>
                <a:spcPts val="0"/>
              </a:spcAft>
              <a:buClr>
                <a:schemeClr val="dk2"/>
              </a:buClr>
              <a:buSzPts val="6000"/>
              <a:buNone/>
              <a:defRPr>
                <a:solidFill>
                  <a:schemeClr val="dk2"/>
                </a:solidFill>
              </a:defRPr>
            </a:lvl6pPr>
            <a:lvl7pPr lvl="6">
              <a:spcBef>
                <a:spcPts val="0"/>
              </a:spcBef>
              <a:spcAft>
                <a:spcPts val="0"/>
              </a:spcAft>
              <a:buClr>
                <a:schemeClr val="dk2"/>
              </a:buClr>
              <a:buSzPts val="6000"/>
              <a:buNone/>
              <a:defRPr>
                <a:solidFill>
                  <a:schemeClr val="dk2"/>
                </a:solidFill>
              </a:defRPr>
            </a:lvl7pPr>
            <a:lvl8pPr lvl="7">
              <a:spcBef>
                <a:spcPts val="0"/>
              </a:spcBef>
              <a:spcAft>
                <a:spcPts val="0"/>
              </a:spcAft>
              <a:buClr>
                <a:schemeClr val="dk2"/>
              </a:buClr>
              <a:buSzPts val="6000"/>
              <a:buNone/>
              <a:defRPr>
                <a:solidFill>
                  <a:schemeClr val="dk2"/>
                </a:solidFill>
              </a:defRPr>
            </a:lvl8pPr>
            <a:lvl9pPr lvl="8">
              <a:spcBef>
                <a:spcPts val="0"/>
              </a:spcBef>
              <a:spcAft>
                <a:spcPts val="0"/>
              </a:spcAft>
              <a:buClr>
                <a:schemeClr val="dk2"/>
              </a:buClr>
              <a:buSzPts val="6000"/>
              <a:buNone/>
              <a:defRPr>
                <a:solidFill>
                  <a:schemeClr val="dk2"/>
                </a:solidFill>
              </a:defRPr>
            </a:lvl9pPr>
          </a:lstStyle>
          <a:p/>
        </p:txBody>
      </p:sp>
      <p:sp>
        <p:nvSpPr>
          <p:cNvPr id="82" name="Google Shape;82;p17"/>
          <p:cNvSpPr txBox="1"/>
          <p:nvPr>
            <p:ph idx="5" type="body"/>
          </p:nvPr>
        </p:nvSpPr>
        <p:spPr>
          <a:xfrm>
            <a:off x="1312025" y="2344725"/>
            <a:ext cx="3343800" cy="422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Taviraj Light"/>
              <a:buChar char="●"/>
              <a:defRPr>
                <a:solidFill>
                  <a:schemeClr val="dk1"/>
                </a:solidFill>
              </a:defRPr>
            </a:lvl1pPr>
            <a:lvl2pPr indent="-317500" lvl="1" marL="914400">
              <a:spcBef>
                <a:spcPts val="0"/>
              </a:spcBef>
              <a:spcAft>
                <a:spcPts val="0"/>
              </a:spcAft>
              <a:buClr>
                <a:schemeClr val="dk1"/>
              </a:buClr>
              <a:buSzPts val="1400"/>
              <a:buFont typeface="Taviraj Light"/>
              <a:buChar char="○"/>
              <a:defRPr>
                <a:solidFill>
                  <a:schemeClr val="dk1"/>
                </a:solidFill>
              </a:defRPr>
            </a:lvl2pPr>
            <a:lvl3pPr indent="-317500" lvl="2" marL="1371600">
              <a:spcBef>
                <a:spcPts val="0"/>
              </a:spcBef>
              <a:spcAft>
                <a:spcPts val="0"/>
              </a:spcAft>
              <a:buClr>
                <a:schemeClr val="dk1"/>
              </a:buClr>
              <a:buSzPts val="1400"/>
              <a:buFont typeface="Taviraj Light"/>
              <a:buChar char="■"/>
              <a:defRPr>
                <a:solidFill>
                  <a:schemeClr val="dk1"/>
                </a:solidFill>
              </a:defRPr>
            </a:lvl3pPr>
            <a:lvl4pPr indent="-317500" lvl="3" marL="1828800">
              <a:spcBef>
                <a:spcPts val="0"/>
              </a:spcBef>
              <a:spcAft>
                <a:spcPts val="0"/>
              </a:spcAft>
              <a:buClr>
                <a:schemeClr val="dk1"/>
              </a:buClr>
              <a:buSzPts val="1400"/>
              <a:buFont typeface="Taviraj Light"/>
              <a:buChar char="●"/>
              <a:defRPr>
                <a:solidFill>
                  <a:schemeClr val="dk1"/>
                </a:solidFill>
              </a:defRPr>
            </a:lvl4pPr>
            <a:lvl5pPr indent="-317500" lvl="4" marL="2286000">
              <a:spcBef>
                <a:spcPts val="0"/>
              </a:spcBef>
              <a:spcAft>
                <a:spcPts val="0"/>
              </a:spcAft>
              <a:buClr>
                <a:schemeClr val="dk1"/>
              </a:buClr>
              <a:buSzPts val="1400"/>
              <a:buFont typeface="Taviraj Light"/>
              <a:buChar char="○"/>
              <a:defRPr>
                <a:solidFill>
                  <a:schemeClr val="dk1"/>
                </a:solidFill>
              </a:defRPr>
            </a:lvl5pPr>
            <a:lvl6pPr indent="-317500" lvl="5" marL="2743200">
              <a:spcBef>
                <a:spcPts val="0"/>
              </a:spcBef>
              <a:spcAft>
                <a:spcPts val="0"/>
              </a:spcAft>
              <a:buClr>
                <a:schemeClr val="dk1"/>
              </a:buClr>
              <a:buSzPts val="1400"/>
              <a:buFont typeface="Taviraj Light"/>
              <a:buChar char="■"/>
              <a:defRPr>
                <a:solidFill>
                  <a:schemeClr val="dk1"/>
                </a:solidFill>
              </a:defRPr>
            </a:lvl6pPr>
            <a:lvl7pPr indent="-317500" lvl="6" marL="3200400">
              <a:spcBef>
                <a:spcPts val="0"/>
              </a:spcBef>
              <a:spcAft>
                <a:spcPts val="0"/>
              </a:spcAft>
              <a:buClr>
                <a:schemeClr val="dk1"/>
              </a:buClr>
              <a:buSzPts val="1400"/>
              <a:buFont typeface="Taviraj Light"/>
              <a:buChar char="●"/>
              <a:defRPr>
                <a:solidFill>
                  <a:schemeClr val="dk1"/>
                </a:solidFill>
              </a:defRPr>
            </a:lvl7pPr>
            <a:lvl8pPr indent="-317500" lvl="7" marL="3657600">
              <a:spcBef>
                <a:spcPts val="0"/>
              </a:spcBef>
              <a:spcAft>
                <a:spcPts val="0"/>
              </a:spcAft>
              <a:buClr>
                <a:schemeClr val="dk1"/>
              </a:buClr>
              <a:buSzPts val="1400"/>
              <a:buFont typeface="Taviraj Light"/>
              <a:buChar char="○"/>
              <a:defRPr>
                <a:solidFill>
                  <a:schemeClr val="dk1"/>
                </a:solidFill>
              </a:defRPr>
            </a:lvl8pPr>
            <a:lvl9pPr indent="-317500" lvl="8" marL="4114800">
              <a:spcBef>
                <a:spcPts val="0"/>
              </a:spcBef>
              <a:spcAft>
                <a:spcPts val="0"/>
              </a:spcAft>
              <a:buClr>
                <a:schemeClr val="dk1"/>
              </a:buClr>
              <a:buSzPts val="1400"/>
              <a:buFont typeface="Taviraj Light"/>
              <a:buChar char="■"/>
              <a:defRPr>
                <a:solidFill>
                  <a:schemeClr val="dk1"/>
                </a:solidFill>
              </a:defRPr>
            </a:lvl9pPr>
          </a:lstStyle>
          <a:p/>
        </p:txBody>
      </p:sp>
      <p:sp>
        <p:nvSpPr>
          <p:cNvPr id="83" name="Google Shape;83;p17"/>
          <p:cNvSpPr txBox="1"/>
          <p:nvPr>
            <p:ph idx="6" type="subTitle"/>
          </p:nvPr>
        </p:nvSpPr>
        <p:spPr>
          <a:xfrm>
            <a:off x="332421" y="3080650"/>
            <a:ext cx="1114800" cy="85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Oswald"/>
              <a:buNone/>
              <a:defRPr>
                <a:solidFill>
                  <a:schemeClr val="dk2"/>
                </a:solidFill>
              </a:defRPr>
            </a:lvl1pPr>
            <a:lvl2pPr lvl="1">
              <a:spcBef>
                <a:spcPts val="0"/>
              </a:spcBef>
              <a:spcAft>
                <a:spcPts val="0"/>
              </a:spcAft>
              <a:buClr>
                <a:schemeClr val="dk2"/>
              </a:buClr>
              <a:buSzPts val="6000"/>
              <a:buNone/>
              <a:defRPr>
                <a:solidFill>
                  <a:schemeClr val="dk2"/>
                </a:solidFill>
              </a:defRPr>
            </a:lvl2pPr>
            <a:lvl3pPr lvl="2">
              <a:spcBef>
                <a:spcPts val="0"/>
              </a:spcBef>
              <a:spcAft>
                <a:spcPts val="0"/>
              </a:spcAft>
              <a:buClr>
                <a:schemeClr val="dk2"/>
              </a:buClr>
              <a:buSzPts val="6000"/>
              <a:buNone/>
              <a:defRPr>
                <a:solidFill>
                  <a:schemeClr val="dk2"/>
                </a:solidFill>
              </a:defRPr>
            </a:lvl3pPr>
            <a:lvl4pPr lvl="3">
              <a:spcBef>
                <a:spcPts val="0"/>
              </a:spcBef>
              <a:spcAft>
                <a:spcPts val="0"/>
              </a:spcAft>
              <a:buClr>
                <a:schemeClr val="dk2"/>
              </a:buClr>
              <a:buSzPts val="6000"/>
              <a:buNone/>
              <a:defRPr>
                <a:solidFill>
                  <a:schemeClr val="dk2"/>
                </a:solidFill>
              </a:defRPr>
            </a:lvl4pPr>
            <a:lvl5pPr lvl="4">
              <a:spcBef>
                <a:spcPts val="0"/>
              </a:spcBef>
              <a:spcAft>
                <a:spcPts val="0"/>
              </a:spcAft>
              <a:buClr>
                <a:schemeClr val="dk2"/>
              </a:buClr>
              <a:buSzPts val="6000"/>
              <a:buNone/>
              <a:defRPr>
                <a:solidFill>
                  <a:schemeClr val="dk2"/>
                </a:solidFill>
              </a:defRPr>
            </a:lvl5pPr>
            <a:lvl6pPr lvl="5">
              <a:spcBef>
                <a:spcPts val="0"/>
              </a:spcBef>
              <a:spcAft>
                <a:spcPts val="0"/>
              </a:spcAft>
              <a:buClr>
                <a:schemeClr val="dk2"/>
              </a:buClr>
              <a:buSzPts val="6000"/>
              <a:buNone/>
              <a:defRPr>
                <a:solidFill>
                  <a:schemeClr val="dk2"/>
                </a:solidFill>
              </a:defRPr>
            </a:lvl6pPr>
            <a:lvl7pPr lvl="6">
              <a:spcBef>
                <a:spcPts val="0"/>
              </a:spcBef>
              <a:spcAft>
                <a:spcPts val="0"/>
              </a:spcAft>
              <a:buClr>
                <a:schemeClr val="dk2"/>
              </a:buClr>
              <a:buSzPts val="6000"/>
              <a:buNone/>
              <a:defRPr>
                <a:solidFill>
                  <a:schemeClr val="dk2"/>
                </a:solidFill>
              </a:defRPr>
            </a:lvl7pPr>
            <a:lvl8pPr lvl="7">
              <a:spcBef>
                <a:spcPts val="0"/>
              </a:spcBef>
              <a:spcAft>
                <a:spcPts val="0"/>
              </a:spcAft>
              <a:buClr>
                <a:schemeClr val="dk2"/>
              </a:buClr>
              <a:buSzPts val="6000"/>
              <a:buNone/>
              <a:defRPr>
                <a:solidFill>
                  <a:schemeClr val="dk2"/>
                </a:solidFill>
              </a:defRPr>
            </a:lvl8pPr>
            <a:lvl9pPr lvl="8">
              <a:spcBef>
                <a:spcPts val="0"/>
              </a:spcBef>
              <a:spcAft>
                <a:spcPts val="0"/>
              </a:spcAft>
              <a:buClr>
                <a:schemeClr val="dk2"/>
              </a:buClr>
              <a:buSzPts val="6000"/>
              <a:buNone/>
              <a:defRPr>
                <a:solidFill>
                  <a:schemeClr val="dk2"/>
                </a:solidFill>
              </a:defRPr>
            </a:lvl9pPr>
          </a:lstStyle>
          <a:p/>
        </p:txBody>
      </p:sp>
      <p:sp>
        <p:nvSpPr>
          <p:cNvPr id="84" name="Google Shape;84;p17"/>
          <p:cNvSpPr txBox="1"/>
          <p:nvPr>
            <p:ph idx="7" type="body"/>
          </p:nvPr>
        </p:nvSpPr>
        <p:spPr>
          <a:xfrm>
            <a:off x="1312025" y="3431725"/>
            <a:ext cx="3343800" cy="422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Taviraj Light"/>
              <a:buChar char="●"/>
              <a:defRPr>
                <a:solidFill>
                  <a:schemeClr val="dk1"/>
                </a:solidFill>
              </a:defRPr>
            </a:lvl1pPr>
            <a:lvl2pPr indent="-317500" lvl="1" marL="914400">
              <a:spcBef>
                <a:spcPts val="0"/>
              </a:spcBef>
              <a:spcAft>
                <a:spcPts val="0"/>
              </a:spcAft>
              <a:buClr>
                <a:schemeClr val="dk1"/>
              </a:buClr>
              <a:buSzPts val="1400"/>
              <a:buFont typeface="Taviraj Light"/>
              <a:buChar char="○"/>
              <a:defRPr>
                <a:solidFill>
                  <a:schemeClr val="dk1"/>
                </a:solidFill>
              </a:defRPr>
            </a:lvl2pPr>
            <a:lvl3pPr indent="-317500" lvl="2" marL="1371600">
              <a:spcBef>
                <a:spcPts val="0"/>
              </a:spcBef>
              <a:spcAft>
                <a:spcPts val="0"/>
              </a:spcAft>
              <a:buClr>
                <a:schemeClr val="dk1"/>
              </a:buClr>
              <a:buSzPts val="1400"/>
              <a:buFont typeface="Taviraj Light"/>
              <a:buChar char="■"/>
              <a:defRPr>
                <a:solidFill>
                  <a:schemeClr val="dk1"/>
                </a:solidFill>
              </a:defRPr>
            </a:lvl3pPr>
            <a:lvl4pPr indent="-317500" lvl="3" marL="1828800">
              <a:spcBef>
                <a:spcPts val="0"/>
              </a:spcBef>
              <a:spcAft>
                <a:spcPts val="0"/>
              </a:spcAft>
              <a:buClr>
                <a:schemeClr val="dk1"/>
              </a:buClr>
              <a:buSzPts val="1400"/>
              <a:buFont typeface="Taviraj Light"/>
              <a:buChar char="●"/>
              <a:defRPr>
                <a:solidFill>
                  <a:schemeClr val="dk1"/>
                </a:solidFill>
              </a:defRPr>
            </a:lvl4pPr>
            <a:lvl5pPr indent="-317500" lvl="4" marL="2286000">
              <a:spcBef>
                <a:spcPts val="0"/>
              </a:spcBef>
              <a:spcAft>
                <a:spcPts val="0"/>
              </a:spcAft>
              <a:buClr>
                <a:schemeClr val="dk1"/>
              </a:buClr>
              <a:buSzPts val="1400"/>
              <a:buFont typeface="Taviraj Light"/>
              <a:buChar char="○"/>
              <a:defRPr>
                <a:solidFill>
                  <a:schemeClr val="dk1"/>
                </a:solidFill>
              </a:defRPr>
            </a:lvl5pPr>
            <a:lvl6pPr indent="-317500" lvl="5" marL="2743200">
              <a:spcBef>
                <a:spcPts val="0"/>
              </a:spcBef>
              <a:spcAft>
                <a:spcPts val="0"/>
              </a:spcAft>
              <a:buClr>
                <a:schemeClr val="dk1"/>
              </a:buClr>
              <a:buSzPts val="1400"/>
              <a:buFont typeface="Taviraj Light"/>
              <a:buChar char="■"/>
              <a:defRPr>
                <a:solidFill>
                  <a:schemeClr val="dk1"/>
                </a:solidFill>
              </a:defRPr>
            </a:lvl6pPr>
            <a:lvl7pPr indent="-317500" lvl="6" marL="3200400">
              <a:spcBef>
                <a:spcPts val="0"/>
              </a:spcBef>
              <a:spcAft>
                <a:spcPts val="0"/>
              </a:spcAft>
              <a:buClr>
                <a:schemeClr val="dk1"/>
              </a:buClr>
              <a:buSzPts val="1400"/>
              <a:buFont typeface="Taviraj Light"/>
              <a:buChar char="●"/>
              <a:defRPr>
                <a:solidFill>
                  <a:schemeClr val="dk1"/>
                </a:solidFill>
              </a:defRPr>
            </a:lvl7pPr>
            <a:lvl8pPr indent="-317500" lvl="7" marL="3657600">
              <a:spcBef>
                <a:spcPts val="0"/>
              </a:spcBef>
              <a:spcAft>
                <a:spcPts val="0"/>
              </a:spcAft>
              <a:buClr>
                <a:schemeClr val="dk1"/>
              </a:buClr>
              <a:buSzPts val="1400"/>
              <a:buFont typeface="Taviraj Light"/>
              <a:buChar char="○"/>
              <a:defRPr>
                <a:solidFill>
                  <a:schemeClr val="dk1"/>
                </a:solidFill>
              </a:defRPr>
            </a:lvl8pPr>
            <a:lvl9pPr indent="-317500" lvl="8" marL="4114800">
              <a:spcBef>
                <a:spcPts val="0"/>
              </a:spcBef>
              <a:spcAft>
                <a:spcPts val="0"/>
              </a:spcAft>
              <a:buClr>
                <a:schemeClr val="dk1"/>
              </a:buClr>
              <a:buSzPts val="1400"/>
              <a:buFont typeface="Taviraj Light"/>
              <a:buChar char="■"/>
              <a:defRPr>
                <a:solidFill>
                  <a:schemeClr val="dk1"/>
                </a:solidFill>
              </a:defRPr>
            </a:lvl9pPr>
          </a:lstStyle>
          <a:p/>
        </p:txBody>
      </p:sp>
      <p:sp>
        <p:nvSpPr>
          <p:cNvPr id="85" name="Google Shape;85;p17"/>
          <p:cNvSpPr txBox="1"/>
          <p:nvPr>
            <p:ph idx="8" type="subTitle"/>
          </p:nvPr>
        </p:nvSpPr>
        <p:spPr>
          <a:xfrm>
            <a:off x="4572000" y="984863"/>
            <a:ext cx="1114800" cy="85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Oswald"/>
              <a:buNone/>
              <a:defRPr>
                <a:solidFill>
                  <a:schemeClr val="dk2"/>
                </a:solidFill>
              </a:defRPr>
            </a:lvl1pPr>
            <a:lvl2pPr lvl="1">
              <a:spcBef>
                <a:spcPts val="0"/>
              </a:spcBef>
              <a:spcAft>
                <a:spcPts val="0"/>
              </a:spcAft>
              <a:buClr>
                <a:schemeClr val="dk2"/>
              </a:buClr>
              <a:buSzPts val="6000"/>
              <a:buNone/>
              <a:defRPr>
                <a:solidFill>
                  <a:schemeClr val="dk2"/>
                </a:solidFill>
              </a:defRPr>
            </a:lvl2pPr>
            <a:lvl3pPr lvl="2">
              <a:spcBef>
                <a:spcPts val="0"/>
              </a:spcBef>
              <a:spcAft>
                <a:spcPts val="0"/>
              </a:spcAft>
              <a:buClr>
                <a:schemeClr val="dk2"/>
              </a:buClr>
              <a:buSzPts val="6000"/>
              <a:buNone/>
              <a:defRPr>
                <a:solidFill>
                  <a:schemeClr val="dk2"/>
                </a:solidFill>
              </a:defRPr>
            </a:lvl3pPr>
            <a:lvl4pPr lvl="3">
              <a:spcBef>
                <a:spcPts val="0"/>
              </a:spcBef>
              <a:spcAft>
                <a:spcPts val="0"/>
              </a:spcAft>
              <a:buClr>
                <a:schemeClr val="dk2"/>
              </a:buClr>
              <a:buSzPts val="6000"/>
              <a:buNone/>
              <a:defRPr>
                <a:solidFill>
                  <a:schemeClr val="dk2"/>
                </a:solidFill>
              </a:defRPr>
            </a:lvl4pPr>
            <a:lvl5pPr lvl="4">
              <a:spcBef>
                <a:spcPts val="0"/>
              </a:spcBef>
              <a:spcAft>
                <a:spcPts val="0"/>
              </a:spcAft>
              <a:buClr>
                <a:schemeClr val="dk2"/>
              </a:buClr>
              <a:buSzPts val="6000"/>
              <a:buNone/>
              <a:defRPr>
                <a:solidFill>
                  <a:schemeClr val="dk2"/>
                </a:solidFill>
              </a:defRPr>
            </a:lvl5pPr>
            <a:lvl6pPr lvl="5">
              <a:spcBef>
                <a:spcPts val="0"/>
              </a:spcBef>
              <a:spcAft>
                <a:spcPts val="0"/>
              </a:spcAft>
              <a:buClr>
                <a:schemeClr val="dk2"/>
              </a:buClr>
              <a:buSzPts val="6000"/>
              <a:buNone/>
              <a:defRPr>
                <a:solidFill>
                  <a:schemeClr val="dk2"/>
                </a:solidFill>
              </a:defRPr>
            </a:lvl6pPr>
            <a:lvl7pPr lvl="6">
              <a:spcBef>
                <a:spcPts val="0"/>
              </a:spcBef>
              <a:spcAft>
                <a:spcPts val="0"/>
              </a:spcAft>
              <a:buClr>
                <a:schemeClr val="dk2"/>
              </a:buClr>
              <a:buSzPts val="6000"/>
              <a:buNone/>
              <a:defRPr>
                <a:solidFill>
                  <a:schemeClr val="dk2"/>
                </a:solidFill>
              </a:defRPr>
            </a:lvl7pPr>
            <a:lvl8pPr lvl="7">
              <a:spcBef>
                <a:spcPts val="0"/>
              </a:spcBef>
              <a:spcAft>
                <a:spcPts val="0"/>
              </a:spcAft>
              <a:buClr>
                <a:schemeClr val="dk2"/>
              </a:buClr>
              <a:buSzPts val="6000"/>
              <a:buNone/>
              <a:defRPr>
                <a:solidFill>
                  <a:schemeClr val="dk2"/>
                </a:solidFill>
              </a:defRPr>
            </a:lvl8pPr>
            <a:lvl9pPr lvl="8">
              <a:spcBef>
                <a:spcPts val="0"/>
              </a:spcBef>
              <a:spcAft>
                <a:spcPts val="0"/>
              </a:spcAft>
              <a:buClr>
                <a:schemeClr val="dk2"/>
              </a:buClr>
              <a:buSzPts val="6000"/>
              <a:buNone/>
              <a:defRPr>
                <a:solidFill>
                  <a:schemeClr val="dk2"/>
                </a:solidFill>
              </a:defRPr>
            </a:lvl9pPr>
          </a:lstStyle>
          <a:p/>
        </p:txBody>
      </p:sp>
      <p:sp>
        <p:nvSpPr>
          <p:cNvPr id="86" name="Google Shape;86;p17"/>
          <p:cNvSpPr txBox="1"/>
          <p:nvPr>
            <p:ph idx="9" type="body"/>
          </p:nvPr>
        </p:nvSpPr>
        <p:spPr>
          <a:xfrm>
            <a:off x="5553300" y="1335938"/>
            <a:ext cx="3343800" cy="422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Taviraj Light"/>
              <a:buChar char="●"/>
              <a:defRPr>
                <a:solidFill>
                  <a:schemeClr val="dk1"/>
                </a:solidFill>
              </a:defRPr>
            </a:lvl1pPr>
            <a:lvl2pPr indent="-317500" lvl="1" marL="914400">
              <a:spcBef>
                <a:spcPts val="0"/>
              </a:spcBef>
              <a:spcAft>
                <a:spcPts val="0"/>
              </a:spcAft>
              <a:buClr>
                <a:schemeClr val="dk1"/>
              </a:buClr>
              <a:buSzPts val="1400"/>
              <a:buFont typeface="Taviraj Light"/>
              <a:buChar char="○"/>
              <a:defRPr>
                <a:solidFill>
                  <a:schemeClr val="dk1"/>
                </a:solidFill>
              </a:defRPr>
            </a:lvl2pPr>
            <a:lvl3pPr indent="-317500" lvl="2" marL="1371600">
              <a:spcBef>
                <a:spcPts val="0"/>
              </a:spcBef>
              <a:spcAft>
                <a:spcPts val="0"/>
              </a:spcAft>
              <a:buClr>
                <a:schemeClr val="dk1"/>
              </a:buClr>
              <a:buSzPts val="1400"/>
              <a:buFont typeface="Taviraj Light"/>
              <a:buChar char="■"/>
              <a:defRPr>
                <a:solidFill>
                  <a:schemeClr val="dk1"/>
                </a:solidFill>
              </a:defRPr>
            </a:lvl3pPr>
            <a:lvl4pPr indent="-317500" lvl="3" marL="1828800">
              <a:spcBef>
                <a:spcPts val="0"/>
              </a:spcBef>
              <a:spcAft>
                <a:spcPts val="0"/>
              </a:spcAft>
              <a:buClr>
                <a:schemeClr val="dk1"/>
              </a:buClr>
              <a:buSzPts val="1400"/>
              <a:buFont typeface="Taviraj Light"/>
              <a:buChar char="●"/>
              <a:defRPr>
                <a:solidFill>
                  <a:schemeClr val="dk1"/>
                </a:solidFill>
              </a:defRPr>
            </a:lvl4pPr>
            <a:lvl5pPr indent="-317500" lvl="4" marL="2286000">
              <a:spcBef>
                <a:spcPts val="0"/>
              </a:spcBef>
              <a:spcAft>
                <a:spcPts val="0"/>
              </a:spcAft>
              <a:buClr>
                <a:schemeClr val="dk1"/>
              </a:buClr>
              <a:buSzPts val="1400"/>
              <a:buFont typeface="Taviraj Light"/>
              <a:buChar char="○"/>
              <a:defRPr>
                <a:solidFill>
                  <a:schemeClr val="dk1"/>
                </a:solidFill>
              </a:defRPr>
            </a:lvl5pPr>
            <a:lvl6pPr indent="-317500" lvl="5" marL="2743200">
              <a:spcBef>
                <a:spcPts val="0"/>
              </a:spcBef>
              <a:spcAft>
                <a:spcPts val="0"/>
              </a:spcAft>
              <a:buClr>
                <a:schemeClr val="dk1"/>
              </a:buClr>
              <a:buSzPts val="1400"/>
              <a:buFont typeface="Taviraj Light"/>
              <a:buChar char="■"/>
              <a:defRPr>
                <a:solidFill>
                  <a:schemeClr val="dk1"/>
                </a:solidFill>
              </a:defRPr>
            </a:lvl6pPr>
            <a:lvl7pPr indent="-317500" lvl="6" marL="3200400">
              <a:spcBef>
                <a:spcPts val="0"/>
              </a:spcBef>
              <a:spcAft>
                <a:spcPts val="0"/>
              </a:spcAft>
              <a:buClr>
                <a:schemeClr val="dk1"/>
              </a:buClr>
              <a:buSzPts val="1400"/>
              <a:buFont typeface="Taviraj Light"/>
              <a:buChar char="●"/>
              <a:defRPr>
                <a:solidFill>
                  <a:schemeClr val="dk1"/>
                </a:solidFill>
              </a:defRPr>
            </a:lvl7pPr>
            <a:lvl8pPr indent="-317500" lvl="7" marL="3657600">
              <a:spcBef>
                <a:spcPts val="0"/>
              </a:spcBef>
              <a:spcAft>
                <a:spcPts val="0"/>
              </a:spcAft>
              <a:buClr>
                <a:schemeClr val="dk1"/>
              </a:buClr>
              <a:buSzPts val="1400"/>
              <a:buFont typeface="Taviraj Light"/>
              <a:buChar char="○"/>
              <a:defRPr>
                <a:solidFill>
                  <a:schemeClr val="dk1"/>
                </a:solidFill>
              </a:defRPr>
            </a:lvl8pPr>
            <a:lvl9pPr indent="-317500" lvl="8" marL="4114800">
              <a:spcBef>
                <a:spcPts val="0"/>
              </a:spcBef>
              <a:spcAft>
                <a:spcPts val="0"/>
              </a:spcAft>
              <a:buClr>
                <a:schemeClr val="dk1"/>
              </a:buClr>
              <a:buSzPts val="1400"/>
              <a:buFont typeface="Taviraj Light"/>
              <a:buChar char="■"/>
              <a:defRPr>
                <a:solidFill>
                  <a:schemeClr val="dk1"/>
                </a:solidFill>
              </a:defRPr>
            </a:lvl9pPr>
          </a:lstStyle>
          <a:p/>
        </p:txBody>
      </p:sp>
      <p:sp>
        <p:nvSpPr>
          <p:cNvPr id="87" name="Google Shape;87;p17"/>
          <p:cNvSpPr txBox="1"/>
          <p:nvPr>
            <p:ph idx="13" type="subTitle"/>
          </p:nvPr>
        </p:nvSpPr>
        <p:spPr>
          <a:xfrm>
            <a:off x="4581021" y="1993638"/>
            <a:ext cx="1114800" cy="85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Oswald"/>
              <a:buNone/>
              <a:defRPr>
                <a:solidFill>
                  <a:schemeClr val="dk2"/>
                </a:solidFill>
              </a:defRPr>
            </a:lvl1pPr>
            <a:lvl2pPr lvl="1">
              <a:spcBef>
                <a:spcPts val="0"/>
              </a:spcBef>
              <a:spcAft>
                <a:spcPts val="0"/>
              </a:spcAft>
              <a:buClr>
                <a:schemeClr val="dk2"/>
              </a:buClr>
              <a:buSzPts val="6000"/>
              <a:buNone/>
              <a:defRPr>
                <a:solidFill>
                  <a:schemeClr val="dk2"/>
                </a:solidFill>
              </a:defRPr>
            </a:lvl2pPr>
            <a:lvl3pPr lvl="2">
              <a:spcBef>
                <a:spcPts val="0"/>
              </a:spcBef>
              <a:spcAft>
                <a:spcPts val="0"/>
              </a:spcAft>
              <a:buClr>
                <a:schemeClr val="dk2"/>
              </a:buClr>
              <a:buSzPts val="6000"/>
              <a:buNone/>
              <a:defRPr>
                <a:solidFill>
                  <a:schemeClr val="dk2"/>
                </a:solidFill>
              </a:defRPr>
            </a:lvl3pPr>
            <a:lvl4pPr lvl="3">
              <a:spcBef>
                <a:spcPts val="0"/>
              </a:spcBef>
              <a:spcAft>
                <a:spcPts val="0"/>
              </a:spcAft>
              <a:buClr>
                <a:schemeClr val="dk2"/>
              </a:buClr>
              <a:buSzPts val="6000"/>
              <a:buNone/>
              <a:defRPr>
                <a:solidFill>
                  <a:schemeClr val="dk2"/>
                </a:solidFill>
              </a:defRPr>
            </a:lvl4pPr>
            <a:lvl5pPr lvl="4">
              <a:spcBef>
                <a:spcPts val="0"/>
              </a:spcBef>
              <a:spcAft>
                <a:spcPts val="0"/>
              </a:spcAft>
              <a:buClr>
                <a:schemeClr val="dk2"/>
              </a:buClr>
              <a:buSzPts val="6000"/>
              <a:buNone/>
              <a:defRPr>
                <a:solidFill>
                  <a:schemeClr val="dk2"/>
                </a:solidFill>
              </a:defRPr>
            </a:lvl5pPr>
            <a:lvl6pPr lvl="5">
              <a:spcBef>
                <a:spcPts val="0"/>
              </a:spcBef>
              <a:spcAft>
                <a:spcPts val="0"/>
              </a:spcAft>
              <a:buClr>
                <a:schemeClr val="dk2"/>
              </a:buClr>
              <a:buSzPts val="6000"/>
              <a:buNone/>
              <a:defRPr>
                <a:solidFill>
                  <a:schemeClr val="dk2"/>
                </a:solidFill>
              </a:defRPr>
            </a:lvl6pPr>
            <a:lvl7pPr lvl="6">
              <a:spcBef>
                <a:spcPts val="0"/>
              </a:spcBef>
              <a:spcAft>
                <a:spcPts val="0"/>
              </a:spcAft>
              <a:buClr>
                <a:schemeClr val="dk2"/>
              </a:buClr>
              <a:buSzPts val="6000"/>
              <a:buNone/>
              <a:defRPr>
                <a:solidFill>
                  <a:schemeClr val="dk2"/>
                </a:solidFill>
              </a:defRPr>
            </a:lvl7pPr>
            <a:lvl8pPr lvl="7">
              <a:spcBef>
                <a:spcPts val="0"/>
              </a:spcBef>
              <a:spcAft>
                <a:spcPts val="0"/>
              </a:spcAft>
              <a:buClr>
                <a:schemeClr val="dk2"/>
              </a:buClr>
              <a:buSzPts val="6000"/>
              <a:buNone/>
              <a:defRPr>
                <a:solidFill>
                  <a:schemeClr val="dk2"/>
                </a:solidFill>
              </a:defRPr>
            </a:lvl8pPr>
            <a:lvl9pPr lvl="8">
              <a:spcBef>
                <a:spcPts val="0"/>
              </a:spcBef>
              <a:spcAft>
                <a:spcPts val="0"/>
              </a:spcAft>
              <a:buClr>
                <a:schemeClr val="dk2"/>
              </a:buClr>
              <a:buSzPts val="6000"/>
              <a:buNone/>
              <a:defRPr>
                <a:solidFill>
                  <a:schemeClr val="dk2"/>
                </a:solidFill>
              </a:defRPr>
            </a:lvl9pPr>
          </a:lstStyle>
          <a:p/>
        </p:txBody>
      </p:sp>
      <p:sp>
        <p:nvSpPr>
          <p:cNvPr id="88" name="Google Shape;88;p17"/>
          <p:cNvSpPr txBox="1"/>
          <p:nvPr>
            <p:ph idx="14" type="body"/>
          </p:nvPr>
        </p:nvSpPr>
        <p:spPr>
          <a:xfrm>
            <a:off x="5560625" y="2344713"/>
            <a:ext cx="3343800" cy="422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Taviraj Light"/>
              <a:buChar char="●"/>
              <a:defRPr>
                <a:solidFill>
                  <a:schemeClr val="dk1"/>
                </a:solidFill>
              </a:defRPr>
            </a:lvl1pPr>
            <a:lvl2pPr indent="-317500" lvl="1" marL="914400">
              <a:spcBef>
                <a:spcPts val="0"/>
              </a:spcBef>
              <a:spcAft>
                <a:spcPts val="0"/>
              </a:spcAft>
              <a:buClr>
                <a:schemeClr val="dk1"/>
              </a:buClr>
              <a:buSzPts val="1400"/>
              <a:buFont typeface="Taviraj Light"/>
              <a:buChar char="○"/>
              <a:defRPr>
                <a:solidFill>
                  <a:schemeClr val="dk1"/>
                </a:solidFill>
              </a:defRPr>
            </a:lvl2pPr>
            <a:lvl3pPr indent="-317500" lvl="2" marL="1371600">
              <a:spcBef>
                <a:spcPts val="0"/>
              </a:spcBef>
              <a:spcAft>
                <a:spcPts val="0"/>
              </a:spcAft>
              <a:buClr>
                <a:schemeClr val="dk1"/>
              </a:buClr>
              <a:buSzPts val="1400"/>
              <a:buFont typeface="Taviraj Light"/>
              <a:buChar char="■"/>
              <a:defRPr>
                <a:solidFill>
                  <a:schemeClr val="dk1"/>
                </a:solidFill>
              </a:defRPr>
            </a:lvl3pPr>
            <a:lvl4pPr indent="-317500" lvl="3" marL="1828800">
              <a:spcBef>
                <a:spcPts val="0"/>
              </a:spcBef>
              <a:spcAft>
                <a:spcPts val="0"/>
              </a:spcAft>
              <a:buClr>
                <a:schemeClr val="dk1"/>
              </a:buClr>
              <a:buSzPts val="1400"/>
              <a:buFont typeface="Taviraj Light"/>
              <a:buChar char="●"/>
              <a:defRPr>
                <a:solidFill>
                  <a:schemeClr val="dk1"/>
                </a:solidFill>
              </a:defRPr>
            </a:lvl4pPr>
            <a:lvl5pPr indent="-317500" lvl="4" marL="2286000">
              <a:spcBef>
                <a:spcPts val="0"/>
              </a:spcBef>
              <a:spcAft>
                <a:spcPts val="0"/>
              </a:spcAft>
              <a:buClr>
                <a:schemeClr val="dk1"/>
              </a:buClr>
              <a:buSzPts val="1400"/>
              <a:buFont typeface="Taviraj Light"/>
              <a:buChar char="○"/>
              <a:defRPr>
                <a:solidFill>
                  <a:schemeClr val="dk1"/>
                </a:solidFill>
              </a:defRPr>
            </a:lvl5pPr>
            <a:lvl6pPr indent="-317500" lvl="5" marL="2743200">
              <a:spcBef>
                <a:spcPts val="0"/>
              </a:spcBef>
              <a:spcAft>
                <a:spcPts val="0"/>
              </a:spcAft>
              <a:buClr>
                <a:schemeClr val="dk1"/>
              </a:buClr>
              <a:buSzPts val="1400"/>
              <a:buFont typeface="Taviraj Light"/>
              <a:buChar char="■"/>
              <a:defRPr>
                <a:solidFill>
                  <a:schemeClr val="dk1"/>
                </a:solidFill>
              </a:defRPr>
            </a:lvl6pPr>
            <a:lvl7pPr indent="-317500" lvl="6" marL="3200400">
              <a:spcBef>
                <a:spcPts val="0"/>
              </a:spcBef>
              <a:spcAft>
                <a:spcPts val="0"/>
              </a:spcAft>
              <a:buClr>
                <a:schemeClr val="dk1"/>
              </a:buClr>
              <a:buSzPts val="1400"/>
              <a:buFont typeface="Taviraj Light"/>
              <a:buChar char="●"/>
              <a:defRPr>
                <a:solidFill>
                  <a:schemeClr val="dk1"/>
                </a:solidFill>
              </a:defRPr>
            </a:lvl7pPr>
            <a:lvl8pPr indent="-317500" lvl="7" marL="3657600">
              <a:spcBef>
                <a:spcPts val="0"/>
              </a:spcBef>
              <a:spcAft>
                <a:spcPts val="0"/>
              </a:spcAft>
              <a:buClr>
                <a:schemeClr val="dk1"/>
              </a:buClr>
              <a:buSzPts val="1400"/>
              <a:buFont typeface="Taviraj Light"/>
              <a:buChar char="○"/>
              <a:defRPr>
                <a:solidFill>
                  <a:schemeClr val="dk1"/>
                </a:solidFill>
              </a:defRPr>
            </a:lvl8pPr>
            <a:lvl9pPr indent="-317500" lvl="8" marL="4114800">
              <a:spcBef>
                <a:spcPts val="0"/>
              </a:spcBef>
              <a:spcAft>
                <a:spcPts val="0"/>
              </a:spcAft>
              <a:buClr>
                <a:schemeClr val="dk1"/>
              </a:buClr>
              <a:buSzPts val="1400"/>
              <a:buFont typeface="Taviraj Light"/>
              <a:buChar char="■"/>
              <a:defRPr>
                <a:solidFill>
                  <a:schemeClr val="dk1"/>
                </a:solidFill>
              </a:defRPr>
            </a:lvl9pPr>
          </a:lstStyle>
          <a:p/>
        </p:txBody>
      </p:sp>
      <p:sp>
        <p:nvSpPr>
          <p:cNvPr id="89" name="Google Shape;89;p17"/>
          <p:cNvSpPr txBox="1"/>
          <p:nvPr>
            <p:ph idx="15" type="subTitle"/>
          </p:nvPr>
        </p:nvSpPr>
        <p:spPr>
          <a:xfrm>
            <a:off x="4581021" y="3080638"/>
            <a:ext cx="1114800" cy="85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Oswald"/>
              <a:buNone/>
              <a:defRPr>
                <a:solidFill>
                  <a:schemeClr val="dk2"/>
                </a:solidFill>
              </a:defRPr>
            </a:lvl1pPr>
            <a:lvl2pPr lvl="1">
              <a:spcBef>
                <a:spcPts val="0"/>
              </a:spcBef>
              <a:spcAft>
                <a:spcPts val="0"/>
              </a:spcAft>
              <a:buClr>
                <a:schemeClr val="dk2"/>
              </a:buClr>
              <a:buSzPts val="6000"/>
              <a:buNone/>
              <a:defRPr>
                <a:solidFill>
                  <a:schemeClr val="dk2"/>
                </a:solidFill>
              </a:defRPr>
            </a:lvl2pPr>
            <a:lvl3pPr lvl="2">
              <a:spcBef>
                <a:spcPts val="0"/>
              </a:spcBef>
              <a:spcAft>
                <a:spcPts val="0"/>
              </a:spcAft>
              <a:buClr>
                <a:schemeClr val="dk2"/>
              </a:buClr>
              <a:buSzPts val="6000"/>
              <a:buNone/>
              <a:defRPr>
                <a:solidFill>
                  <a:schemeClr val="dk2"/>
                </a:solidFill>
              </a:defRPr>
            </a:lvl3pPr>
            <a:lvl4pPr lvl="3">
              <a:spcBef>
                <a:spcPts val="0"/>
              </a:spcBef>
              <a:spcAft>
                <a:spcPts val="0"/>
              </a:spcAft>
              <a:buClr>
                <a:schemeClr val="dk2"/>
              </a:buClr>
              <a:buSzPts val="6000"/>
              <a:buNone/>
              <a:defRPr>
                <a:solidFill>
                  <a:schemeClr val="dk2"/>
                </a:solidFill>
              </a:defRPr>
            </a:lvl4pPr>
            <a:lvl5pPr lvl="4">
              <a:spcBef>
                <a:spcPts val="0"/>
              </a:spcBef>
              <a:spcAft>
                <a:spcPts val="0"/>
              </a:spcAft>
              <a:buClr>
                <a:schemeClr val="dk2"/>
              </a:buClr>
              <a:buSzPts val="6000"/>
              <a:buNone/>
              <a:defRPr>
                <a:solidFill>
                  <a:schemeClr val="dk2"/>
                </a:solidFill>
              </a:defRPr>
            </a:lvl5pPr>
            <a:lvl6pPr lvl="5">
              <a:spcBef>
                <a:spcPts val="0"/>
              </a:spcBef>
              <a:spcAft>
                <a:spcPts val="0"/>
              </a:spcAft>
              <a:buClr>
                <a:schemeClr val="dk2"/>
              </a:buClr>
              <a:buSzPts val="6000"/>
              <a:buNone/>
              <a:defRPr>
                <a:solidFill>
                  <a:schemeClr val="dk2"/>
                </a:solidFill>
              </a:defRPr>
            </a:lvl6pPr>
            <a:lvl7pPr lvl="6">
              <a:spcBef>
                <a:spcPts val="0"/>
              </a:spcBef>
              <a:spcAft>
                <a:spcPts val="0"/>
              </a:spcAft>
              <a:buClr>
                <a:schemeClr val="dk2"/>
              </a:buClr>
              <a:buSzPts val="6000"/>
              <a:buNone/>
              <a:defRPr>
                <a:solidFill>
                  <a:schemeClr val="dk2"/>
                </a:solidFill>
              </a:defRPr>
            </a:lvl7pPr>
            <a:lvl8pPr lvl="7">
              <a:spcBef>
                <a:spcPts val="0"/>
              </a:spcBef>
              <a:spcAft>
                <a:spcPts val="0"/>
              </a:spcAft>
              <a:buClr>
                <a:schemeClr val="dk2"/>
              </a:buClr>
              <a:buSzPts val="6000"/>
              <a:buNone/>
              <a:defRPr>
                <a:solidFill>
                  <a:schemeClr val="dk2"/>
                </a:solidFill>
              </a:defRPr>
            </a:lvl8pPr>
            <a:lvl9pPr lvl="8">
              <a:spcBef>
                <a:spcPts val="0"/>
              </a:spcBef>
              <a:spcAft>
                <a:spcPts val="0"/>
              </a:spcAft>
              <a:buClr>
                <a:schemeClr val="dk2"/>
              </a:buClr>
              <a:buSzPts val="6000"/>
              <a:buNone/>
              <a:defRPr>
                <a:solidFill>
                  <a:schemeClr val="dk2"/>
                </a:solidFill>
              </a:defRPr>
            </a:lvl9pPr>
          </a:lstStyle>
          <a:p/>
        </p:txBody>
      </p:sp>
      <p:sp>
        <p:nvSpPr>
          <p:cNvPr id="90" name="Google Shape;90;p17"/>
          <p:cNvSpPr txBox="1"/>
          <p:nvPr>
            <p:ph idx="16" type="body"/>
          </p:nvPr>
        </p:nvSpPr>
        <p:spPr>
          <a:xfrm>
            <a:off x="5560625" y="3431713"/>
            <a:ext cx="3343800" cy="422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Taviraj Light"/>
              <a:buChar char="●"/>
              <a:defRPr>
                <a:solidFill>
                  <a:schemeClr val="dk1"/>
                </a:solidFill>
              </a:defRPr>
            </a:lvl1pPr>
            <a:lvl2pPr indent="-317500" lvl="1" marL="914400">
              <a:spcBef>
                <a:spcPts val="0"/>
              </a:spcBef>
              <a:spcAft>
                <a:spcPts val="0"/>
              </a:spcAft>
              <a:buClr>
                <a:schemeClr val="dk1"/>
              </a:buClr>
              <a:buSzPts val="1400"/>
              <a:buFont typeface="Taviraj Light"/>
              <a:buChar char="○"/>
              <a:defRPr>
                <a:solidFill>
                  <a:schemeClr val="dk1"/>
                </a:solidFill>
              </a:defRPr>
            </a:lvl2pPr>
            <a:lvl3pPr indent="-317500" lvl="2" marL="1371600">
              <a:spcBef>
                <a:spcPts val="0"/>
              </a:spcBef>
              <a:spcAft>
                <a:spcPts val="0"/>
              </a:spcAft>
              <a:buClr>
                <a:schemeClr val="dk1"/>
              </a:buClr>
              <a:buSzPts val="1400"/>
              <a:buFont typeface="Taviraj Light"/>
              <a:buChar char="■"/>
              <a:defRPr>
                <a:solidFill>
                  <a:schemeClr val="dk1"/>
                </a:solidFill>
              </a:defRPr>
            </a:lvl3pPr>
            <a:lvl4pPr indent="-317500" lvl="3" marL="1828800">
              <a:spcBef>
                <a:spcPts val="0"/>
              </a:spcBef>
              <a:spcAft>
                <a:spcPts val="0"/>
              </a:spcAft>
              <a:buClr>
                <a:schemeClr val="dk1"/>
              </a:buClr>
              <a:buSzPts val="1400"/>
              <a:buFont typeface="Taviraj Light"/>
              <a:buChar char="●"/>
              <a:defRPr>
                <a:solidFill>
                  <a:schemeClr val="dk1"/>
                </a:solidFill>
              </a:defRPr>
            </a:lvl4pPr>
            <a:lvl5pPr indent="-317500" lvl="4" marL="2286000">
              <a:spcBef>
                <a:spcPts val="0"/>
              </a:spcBef>
              <a:spcAft>
                <a:spcPts val="0"/>
              </a:spcAft>
              <a:buClr>
                <a:schemeClr val="dk1"/>
              </a:buClr>
              <a:buSzPts val="1400"/>
              <a:buFont typeface="Taviraj Light"/>
              <a:buChar char="○"/>
              <a:defRPr>
                <a:solidFill>
                  <a:schemeClr val="dk1"/>
                </a:solidFill>
              </a:defRPr>
            </a:lvl5pPr>
            <a:lvl6pPr indent="-317500" lvl="5" marL="2743200">
              <a:spcBef>
                <a:spcPts val="0"/>
              </a:spcBef>
              <a:spcAft>
                <a:spcPts val="0"/>
              </a:spcAft>
              <a:buClr>
                <a:schemeClr val="dk1"/>
              </a:buClr>
              <a:buSzPts val="1400"/>
              <a:buFont typeface="Taviraj Light"/>
              <a:buChar char="■"/>
              <a:defRPr>
                <a:solidFill>
                  <a:schemeClr val="dk1"/>
                </a:solidFill>
              </a:defRPr>
            </a:lvl6pPr>
            <a:lvl7pPr indent="-317500" lvl="6" marL="3200400">
              <a:spcBef>
                <a:spcPts val="0"/>
              </a:spcBef>
              <a:spcAft>
                <a:spcPts val="0"/>
              </a:spcAft>
              <a:buClr>
                <a:schemeClr val="dk1"/>
              </a:buClr>
              <a:buSzPts val="1400"/>
              <a:buFont typeface="Taviraj Light"/>
              <a:buChar char="●"/>
              <a:defRPr>
                <a:solidFill>
                  <a:schemeClr val="dk1"/>
                </a:solidFill>
              </a:defRPr>
            </a:lvl7pPr>
            <a:lvl8pPr indent="-317500" lvl="7" marL="3657600">
              <a:spcBef>
                <a:spcPts val="0"/>
              </a:spcBef>
              <a:spcAft>
                <a:spcPts val="0"/>
              </a:spcAft>
              <a:buClr>
                <a:schemeClr val="dk1"/>
              </a:buClr>
              <a:buSzPts val="1400"/>
              <a:buFont typeface="Taviraj Light"/>
              <a:buChar char="○"/>
              <a:defRPr>
                <a:solidFill>
                  <a:schemeClr val="dk1"/>
                </a:solidFill>
              </a:defRPr>
            </a:lvl8pPr>
            <a:lvl9pPr indent="-317500" lvl="8" marL="4114800">
              <a:spcBef>
                <a:spcPts val="0"/>
              </a:spcBef>
              <a:spcAft>
                <a:spcPts val="0"/>
              </a:spcAft>
              <a:buClr>
                <a:schemeClr val="dk1"/>
              </a:buClr>
              <a:buSzPts val="1400"/>
              <a:buFont typeface="Taviraj Light"/>
              <a:buChar char="■"/>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1">
    <p:bg>
      <p:bgPr>
        <a:solidFill>
          <a:schemeClr val="dk1"/>
        </a:solidFill>
      </p:bgPr>
    </p:bg>
    <p:spTree>
      <p:nvGrpSpPr>
        <p:cNvPr id="91" name="Shape 91"/>
        <p:cNvGrpSpPr/>
        <p:nvPr/>
      </p:nvGrpSpPr>
      <p:grpSpPr>
        <a:xfrm>
          <a:off x="0" y="0"/>
          <a:ext cx="0" cy="0"/>
          <a:chOff x="0" y="0"/>
          <a:chExt cx="0" cy="0"/>
        </a:xfrm>
      </p:grpSpPr>
      <p:sp>
        <p:nvSpPr>
          <p:cNvPr id="92" name="Google Shape;92;p18"/>
          <p:cNvSpPr/>
          <p:nvPr/>
        </p:nvSpPr>
        <p:spPr>
          <a:xfrm rot="5400000">
            <a:off x="1993925" y="-2004000"/>
            <a:ext cx="5163900" cy="9151500"/>
          </a:xfrm>
          <a:prstGeom prst="round2SameRect">
            <a:avLst>
              <a:gd fmla="val 49515"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8"/>
          <p:cNvSpPr txBox="1"/>
          <p:nvPr>
            <p:ph type="title"/>
          </p:nvPr>
        </p:nvSpPr>
        <p:spPr>
          <a:xfrm>
            <a:off x="372875" y="2202150"/>
            <a:ext cx="8406000" cy="7392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Clr>
                <a:schemeClr val="lt1"/>
              </a:buClr>
              <a:buSzPts val="7000"/>
              <a:buFont typeface="Taviraj"/>
              <a:buNone/>
              <a:defRPr>
                <a:solidFill>
                  <a:schemeClr val="lt1"/>
                </a:solidFill>
                <a:latin typeface="Taviraj"/>
                <a:ea typeface="Taviraj"/>
                <a:cs typeface="Taviraj"/>
                <a:sym typeface="Taviraj"/>
              </a:defRPr>
            </a:lvl1pPr>
            <a:lvl2pPr lvl="1" algn="ctr">
              <a:lnSpc>
                <a:spcPct val="70000"/>
              </a:lnSpc>
              <a:spcBef>
                <a:spcPts val="0"/>
              </a:spcBef>
              <a:spcAft>
                <a:spcPts val="0"/>
              </a:spcAft>
              <a:buClr>
                <a:schemeClr val="lt1"/>
              </a:buClr>
              <a:buSzPts val="7000"/>
              <a:buFont typeface="Taviraj"/>
              <a:buNone/>
              <a:defRPr>
                <a:solidFill>
                  <a:schemeClr val="lt1"/>
                </a:solidFill>
                <a:latin typeface="Taviraj"/>
                <a:ea typeface="Taviraj"/>
                <a:cs typeface="Taviraj"/>
                <a:sym typeface="Taviraj"/>
              </a:defRPr>
            </a:lvl2pPr>
            <a:lvl3pPr lvl="2" algn="ctr">
              <a:lnSpc>
                <a:spcPct val="70000"/>
              </a:lnSpc>
              <a:spcBef>
                <a:spcPts val="0"/>
              </a:spcBef>
              <a:spcAft>
                <a:spcPts val="0"/>
              </a:spcAft>
              <a:buClr>
                <a:schemeClr val="lt1"/>
              </a:buClr>
              <a:buSzPts val="7000"/>
              <a:buFont typeface="Taviraj"/>
              <a:buNone/>
              <a:defRPr>
                <a:solidFill>
                  <a:schemeClr val="lt1"/>
                </a:solidFill>
                <a:latin typeface="Taviraj"/>
                <a:ea typeface="Taviraj"/>
                <a:cs typeface="Taviraj"/>
                <a:sym typeface="Taviraj"/>
              </a:defRPr>
            </a:lvl3pPr>
            <a:lvl4pPr lvl="3" algn="ctr">
              <a:lnSpc>
                <a:spcPct val="70000"/>
              </a:lnSpc>
              <a:spcBef>
                <a:spcPts val="0"/>
              </a:spcBef>
              <a:spcAft>
                <a:spcPts val="0"/>
              </a:spcAft>
              <a:buClr>
                <a:schemeClr val="lt1"/>
              </a:buClr>
              <a:buSzPts val="7000"/>
              <a:buFont typeface="Taviraj"/>
              <a:buNone/>
              <a:defRPr>
                <a:solidFill>
                  <a:schemeClr val="lt1"/>
                </a:solidFill>
                <a:latin typeface="Taviraj"/>
                <a:ea typeface="Taviraj"/>
                <a:cs typeface="Taviraj"/>
                <a:sym typeface="Taviraj"/>
              </a:defRPr>
            </a:lvl4pPr>
            <a:lvl5pPr lvl="4" algn="ctr">
              <a:lnSpc>
                <a:spcPct val="70000"/>
              </a:lnSpc>
              <a:spcBef>
                <a:spcPts val="0"/>
              </a:spcBef>
              <a:spcAft>
                <a:spcPts val="0"/>
              </a:spcAft>
              <a:buClr>
                <a:schemeClr val="lt1"/>
              </a:buClr>
              <a:buSzPts val="7000"/>
              <a:buFont typeface="Taviraj"/>
              <a:buNone/>
              <a:defRPr>
                <a:solidFill>
                  <a:schemeClr val="lt1"/>
                </a:solidFill>
                <a:latin typeface="Taviraj"/>
                <a:ea typeface="Taviraj"/>
                <a:cs typeface="Taviraj"/>
                <a:sym typeface="Taviraj"/>
              </a:defRPr>
            </a:lvl5pPr>
            <a:lvl6pPr lvl="5" algn="ctr">
              <a:lnSpc>
                <a:spcPct val="70000"/>
              </a:lnSpc>
              <a:spcBef>
                <a:spcPts val="0"/>
              </a:spcBef>
              <a:spcAft>
                <a:spcPts val="0"/>
              </a:spcAft>
              <a:buClr>
                <a:schemeClr val="lt1"/>
              </a:buClr>
              <a:buSzPts val="7000"/>
              <a:buFont typeface="Taviraj"/>
              <a:buNone/>
              <a:defRPr>
                <a:solidFill>
                  <a:schemeClr val="lt1"/>
                </a:solidFill>
                <a:latin typeface="Taviraj"/>
                <a:ea typeface="Taviraj"/>
                <a:cs typeface="Taviraj"/>
                <a:sym typeface="Taviraj"/>
              </a:defRPr>
            </a:lvl6pPr>
            <a:lvl7pPr lvl="6" algn="ctr">
              <a:lnSpc>
                <a:spcPct val="70000"/>
              </a:lnSpc>
              <a:spcBef>
                <a:spcPts val="0"/>
              </a:spcBef>
              <a:spcAft>
                <a:spcPts val="0"/>
              </a:spcAft>
              <a:buClr>
                <a:schemeClr val="lt1"/>
              </a:buClr>
              <a:buSzPts val="7000"/>
              <a:buFont typeface="Taviraj"/>
              <a:buNone/>
              <a:defRPr>
                <a:solidFill>
                  <a:schemeClr val="lt1"/>
                </a:solidFill>
                <a:latin typeface="Taviraj"/>
                <a:ea typeface="Taviraj"/>
                <a:cs typeface="Taviraj"/>
                <a:sym typeface="Taviraj"/>
              </a:defRPr>
            </a:lvl7pPr>
            <a:lvl8pPr lvl="7" algn="ctr">
              <a:lnSpc>
                <a:spcPct val="70000"/>
              </a:lnSpc>
              <a:spcBef>
                <a:spcPts val="0"/>
              </a:spcBef>
              <a:spcAft>
                <a:spcPts val="0"/>
              </a:spcAft>
              <a:buClr>
                <a:schemeClr val="lt1"/>
              </a:buClr>
              <a:buSzPts val="7000"/>
              <a:buFont typeface="Taviraj"/>
              <a:buNone/>
              <a:defRPr>
                <a:solidFill>
                  <a:schemeClr val="lt1"/>
                </a:solidFill>
                <a:latin typeface="Taviraj"/>
                <a:ea typeface="Taviraj"/>
                <a:cs typeface="Taviraj"/>
                <a:sym typeface="Taviraj"/>
              </a:defRPr>
            </a:lvl8pPr>
            <a:lvl9pPr lvl="8" algn="ctr">
              <a:lnSpc>
                <a:spcPct val="70000"/>
              </a:lnSpc>
              <a:spcBef>
                <a:spcPts val="0"/>
              </a:spcBef>
              <a:spcAft>
                <a:spcPts val="0"/>
              </a:spcAft>
              <a:buClr>
                <a:schemeClr val="lt1"/>
              </a:buClr>
              <a:buSzPts val="7000"/>
              <a:buFont typeface="Taviraj"/>
              <a:buNone/>
              <a:defRPr>
                <a:solidFill>
                  <a:schemeClr val="lt1"/>
                </a:solidFill>
                <a:latin typeface="Taviraj"/>
                <a:ea typeface="Taviraj"/>
                <a:cs typeface="Taviraj"/>
                <a:sym typeface="Taviraj"/>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ivider 2" type="twoColTx">
  <p:cSld name="TITLE_AND_TWO_COLUMNS">
    <p:bg>
      <p:bgPr>
        <a:solidFill>
          <a:schemeClr val="accent2"/>
        </a:solidFill>
      </p:bgPr>
    </p:bg>
    <p:spTree>
      <p:nvGrpSpPr>
        <p:cNvPr id="94" name="Shape 94"/>
        <p:cNvGrpSpPr/>
        <p:nvPr/>
      </p:nvGrpSpPr>
      <p:grpSpPr>
        <a:xfrm>
          <a:off x="0" y="0"/>
          <a:ext cx="0" cy="0"/>
          <a:chOff x="0" y="0"/>
          <a:chExt cx="0" cy="0"/>
        </a:xfrm>
      </p:grpSpPr>
      <p:grpSp>
        <p:nvGrpSpPr>
          <p:cNvPr id="95" name="Google Shape;95;p19"/>
          <p:cNvGrpSpPr/>
          <p:nvPr/>
        </p:nvGrpSpPr>
        <p:grpSpPr>
          <a:xfrm>
            <a:off x="-579125" y="-3825"/>
            <a:ext cx="5151000" cy="5151025"/>
            <a:chOff x="-571505" y="-7638"/>
            <a:chExt cx="5151000" cy="5151025"/>
          </a:xfrm>
        </p:grpSpPr>
        <p:sp>
          <p:nvSpPr>
            <p:cNvPr id="96" name="Google Shape;96;p19"/>
            <p:cNvSpPr/>
            <p:nvPr/>
          </p:nvSpPr>
          <p:spPr>
            <a:xfrm>
              <a:off x="-571505" y="-7638"/>
              <a:ext cx="5151000" cy="5151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9"/>
            <p:cNvSpPr/>
            <p:nvPr/>
          </p:nvSpPr>
          <p:spPr>
            <a:xfrm>
              <a:off x="7621" y="-7612"/>
              <a:ext cx="2042100" cy="515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8" name="Google Shape;98;p19"/>
          <p:cNvSpPr/>
          <p:nvPr>
            <p:ph idx="2" type="pic"/>
          </p:nvPr>
        </p:nvSpPr>
        <p:spPr>
          <a:xfrm>
            <a:off x="4572000" y="-3900"/>
            <a:ext cx="4572000" cy="5151000"/>
          </a:xfrm>
          <a:prstGeom prst="rect">
            <a:avLst/>
          </a:prstGeom>
          <a:noFill/>
          <a:ln>
            <a:noFill/>
          </a:ln>
        </p:spPr>
      </p:sp>
      <p:sp>
        <p:nvSpPr>
          <p:cNvPr id="99" name="Google Shape;99;p19"/>
          <p:cNvSpPr txBox="1"/>
          <p:nvPr>
            <p:ph type="title"/>
          </p:nvPr>
        </p:nvSpPr>
        <p:spPr>
          <a:xfrm>
            <a:off x="209485" y="1529000"/>
            <a:ext cx="4248600" cy="15780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Clr>
                <a:schemeClr val="dk2"/>
              </a:buClr>
              <a:buSzPts val="6000"/>
              <a:buNone/>
              <a:defRPr sz="6000">
                <a:solidFill>
                  <a:schemeClr val="dk2"/>
                </a:solidFill>
              </a:defRPr>
            </a:lvl1pPr>
            <a:lvl2pPr lvl="1">
              <a:lnSpc>
                <a:spcPct val="70000"/>
              </a:lnSpc>
              <a:spcBef>
                <a:spcPts val="0"/>
              </a:spcBef>
              <a:spcAft>
                <a:spcPts val="0"/>
              </a:spcAft>
              <a:buClr>
                <a:schemeClr val="dk2"/>
              </a:buClr>
              <a:buSzPts val="6000"/>
              <a:buNone/>
              <a:defRPr sz="6000">
                <a:solidFill>
                  <a:schemeClr val="dk2"/>
                </a:solidFill>
              </a:defRPr>
            </a:lvl2pPr>
            <a:lvl3pPr lvl="2">
              <a:lnSpc>
                <a:spcPct val="70000"/>
              </a:lnSpc>
              <a:spcBef>
                <a:spcPts val="0"/>
              </a:spcBef>
              <a:spcAft>
                <a:spcPts val="0"/>
              </a:spcAft>
              <a:buClr>
                <a:schemeClr val="dk2"/>
              </a:buClr>
              <a:buSzPts val="6000"/>
              <a:buNone/>
              <a:defRPr sz="6000">
                <a:solidFill>
                  <a:schemeClr val="dk2"/>
                </a:solidFill>
              </a:defRPr>
            </a:lvl3pPr>
            <a:lvl4pPr lvl="3">
              <a:lnSpc>
                <a:spcPct val="70000"/>
              </a:lnSpc>
              <a:spcBef>
                <a:spcPts val="0"/>
              </a:spcBef>
              <a:spcAft>
                <a:spcPts val="0"/>
              </a:spcAft>
              <a:buClr>
                <a:schemeClr val="dk2"/>
              </a:buClr>
              <a:buSzPts val="6000"/>
              <a:buNone/>
              <a:defRPr sz="6000">
                <a:solidFill>
                  <a:schemeClr val="dk2"/>
                </a:solidFill>
              </a:defRPr>
            </a:lvl4pPr>
            <a:lvl5pPr lvl="4">
              <a:lnSpc>
                <a:spcPct val="70000"/>
              </a:lnSpc>
              <a:spcBef>
                <a:spcPts val="0"/>
              </a:spcBef>
              <a:spcAft>
                <a:spcPts val="0"/>
              </a:spcAft>
              <a:buClr>
                <a:schemeClr val="dk2"/>
              </a:buClr>
              <a:buSzPts val="6000"/>
              <a:buNone/>
              <a:defRPr sz="6000">
                <a:solidFill>
                  <a:schemeClr val="dk2"/>
                </a:solidFill>
              </a:defRPr>
            </a:lvl5pPr>
            <a:lvl6pPr lvl="5">
              <a:lnSpc>
                <a:spcPct val="70000"/>
              </a:lnSpc>
              <a:spcBef>
                <a:spcPts val="0"/>
              </a:spcBef>
              <a:spcAft>
                <a:spcPts val="0"/>
              </a:spcAft>
              <a:buClr>
                <a:schemeClr val="dk2"/>
              </a:buClr>
              <a:buSzPts val="6000"/>
              <a:buNone/>
              <a:defRPr sz="6000">
                <a:solidFill>
                  <a:schemeClr val="dk2"/>
                </a:solidFill>
              </a:defRPr>
            </a:lvl6pPr>
            <a:lvl7pPr lvl="6">
              <a:lnSpc>
                <a:spcPct val="70000"/>
              </a:lnSpc>
              <a:spcBef>
                <a:spcPts val="0"/>
              </a:spcBef>
              <a:spcAft>
                <a:spcPts val="0"/>
              </a:spcAft>
              <a:buClr>
                <a:schemeClr val="dk2"/>
              </a:buClr>
              <a:buSzPts val="6000"/>
              <a:buNone/>
              <a:defRPr sz="6000">
                <a:solidFill>
                  <a:schemeClr val="dk2"/>
                </a:solidFill>
              </a:defRPr>
            </a:lvl7pPr>
            <a:lvl8pPr lvl="7">
              <a:lnSpc>
                <a:spcPct val="70000"/>
              </a:lnSpc>
              <a:spcBef>
                <a:spcPts val="0"/>
              </a:spcBef>
              <a:spcAft>
                <a:spcPts val="0"/>
              </a:spcAft>
              <a:buClr>
                <a:schemeClr val="dk2"/>
              </a:buClr>
              <a:buSzPts val="6000"/>
              <a:buNone/>
              <a:defRPr sz="6000">
                <a:solidFill>
                  <a:schemeClr val="dk2"/>
                </a:solidFill>
              </a:defRPr>
            </a:lvl8pPr>
            <a:lvl9pPr lvl="8">
              <a:lnSpc>
                <a:spcPct val="70000"/>
              </a:lnSpc>
              <a:spcBef>
                <a:spcPts val="0"/>
              </a:spcBef>
              <a:spcAft>
                <a:spcPts val="0"/>
              </a:spcAft>
              <a:buClr>
                <a:schemeClr val="dk2"/>
              </a:buClr>
              <a:buSzPts val="6000"/>
              <a:buNone/>
              <a:defRPr sz="6000">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ivider 3" type="titleOnly">
  <p:cSld name="TITLE_ONLY">
    <p:bg>
      <p:bgPr>
        <a:solidFill>
          <a:schemeClr val="dk1"/>
        </a:solidFill>
      </p:bgPr>
    </p:bg>
    <p:spTree>
      <p:nvGrpSpPr>
        <p:cNvPr id="100" name="Shape 100"/>
        <p:cNvGrpSpPr/>
        <p:nvPr/>
      </p:nvGrpSpPr>
      <p:grpSpPr>
        <a:xfrm>
          <a:off x="0" y="0"/>
          <a:ext cx="0" cy="0"/>
          <a:chOff x="0" y="0"/>
          <a:chExt cx="0" cy="0"/>
        </a:xfrm>
      </p:grpSpPr>
      <p:sp>
        <p:nvSpPr>
          <p:cNvPr id="101" name="Google Shape;101;p20"/>
          <p:cNvSpPr/>
          <p:nvPr/>
        </p:nvSpPr>
        <p:spPr>
          <a:xfrm rot="5400000">
            <a:off x="3283050" y="-717427"/>
            <a:ext cx="2577900" cy="91440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CC7D1"/>
              </a:solidFill>
            </a:endParaRPr>
          </a:p>
        </p:txBody>
      </p:sp>
      <p:sp>
        <p:nvSpPr>
          <p:cNvPr id="102" name="Google Shape;102;p20"/>
          <p:cNvSpPr/>
          <p:nvPr/>
        </p:nvSpPr>
        <p:spPr>
          <a:xfrm rot="5400000">
            <a:off x="1993475" y="564625"/>
            <a:ext cx="2577900" cy="6579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358CFB"/>
              </a:solidFill>
            </a:endParaRPr>
          </a:p>
        </p:txBody>
      </p:sp>
      <p:sp>
        <p:nvSpPr>
          <p:cNvPr id="103" name="Google Shape;103;p20"/>
          <p:cNvSpPr/>
          <p:nvPr/>
        </p:nvSpPr>
        <p:spPr>
          <a:xfrm rot="10800000">
            <a:off x="7055400" y="0"/>
            <a:ext cx="2088600" cy="260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04" name="Google Shape;104;p20"/>
          <p:cNvSpPr txBox="1"/>
          <p:nvPr>
            <p:ph idx="1"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1pPr>
            <a:lvl2pPr lvl="1"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2pPr>
            <a:lvl3pPr lvl="2"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3pPr>
            <a:lvl4pPr lvl="3"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4pPr>
            <a:lvl5pPr lvl="4"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5pPr>
            <a:lvl6pPr lvl="5"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6pPr>
            <a:lvl7pPr lvl="6"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7pPr>
            <a:lvl8pPr lvl="7"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8pPr>
            <a:lvl9pPr lvl="8"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9pPr>
          </a:lstStyle>
          <a:p/>
        </p:txBody>
      </p:sp>
      <p:sp>
        <p:nvSpPr>
          <p:cNvPr id="105" name="Google Shape;105;p20"/>
          <p:cNvSpPr txBox="1"/>
          <p:nvPr>
            <p:ph type="title"/>
          </p:nvPr>
        </p:nvSpPr>
        <p:spPr>
          <a:xfrm>
            <a:off x="209475" y="1298875"/>
            <a:ext cx="6642300" cy="12645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Clr>
                <a:schemeClr val="accent2"/>
              </a:buClr>
              <a:buSzPts val="6000"/>
              <a:buNone/>
              <a:defRPr sz="6000">
                <a:solidFill>
                  <a:schemeClr val="accent2"/>
                </a:solidFill>
              </a:defRPr>
            </a:lvl1pPr>
            <a:lvl2pPr lvl="1">
              <a:lnSpc>
                <a:spcPct val="70000"/>
              </a:lnSpc>
              <a:spcBef>
                <a:spcPts val="0"/>
              </a:spcBef>
              <a:spcAft>
                <a:spcPts val="0"/>
              </a:spcAft>
              <a:buClr>
                <a:schemeClr val="accent2"/>
              </a:buClr>
              <a:buSzPts val="6000"/>
              <a:buNone/>
              <a:defRPr sz="6000">
                <a:solidFill>
                  <a:schemeClr val="accent2"/>
                </a:solidFill>
              </a:defRPr>
            </a:lvl2pPr>
            <a:lvl3pPr lvl="2">
              <a:lnSpc>
                <a:spcPct val="70000"/>
              </a:lnSpc>
              <a:spcBef>
                <a:spcPts val="0"/>
              </a:spcBef>
              <a:spcAft>
                <a:spcPts val="0"/>
              </a:spcAft>
              <a:buClr>
                <a:schemeClr val="accent2"/>
              </a:buClr>
              <a:buSzPts val="6000"/>
              <a:buNone/>
              <a:defRPr sz="6000">
                <a:solidFill>
                  <a:schemeClr val="accent2"/>
                </a:solidFill>
              </a:defRPr>
            </a:lvl3pPr>
            <a:lvl4pPr lvl="3">
              <a:lnSpc>
                <a:spcPct val="70000"/>
              </a:lnSpc>
              <a:spcBef>
                <a:spcPts val="0"/>
              </a:spcBef>
              <a:spcAft>
                <a:spcPts val="0"/>
              </a:spcAft>
              <a:buClr>
                <a:schemeClr val="accent2"/>
              </a:buClr>
              <a:buSzPts val="6000"/>
              <a:buNone/>
              <a:defRPr sz="6000">
                <a:solidFill>
                  <a:schemeClr val="accent2"/>
                </a:solidFill>
              </a:defRPr>
            </a:lvl4pPr>
            <a:lvl5pPr lvl="4">
              <a:lnSpc>
                <a:spcPct val="70000"/>
              </a:lnSpc>
              <a:spcBef>
                <a:spcPts val="0"/>
              </a:spcBef>
              <a:spcAft>
                <a:spcPts val="0"/>
              </a:spcAft>
              <a:buClr>
                <a:schemeClr val="accent2"/>
              </a:buClr>
              <a:buSzPts val="6000"/>
              <a:buNone/>
              <a:defRPr sz="6000">
                <a:solidFill>
                  <a:schemeClr val="accent2"/>
                </a:solidFill>
              </a:defRPr>
            </a:lvl5pPr>
            <a:lvl6pPr lvl="5">
              <a:lnSpc>
                <a:spcPct val="70000"/>
              </a:lnSpc>
              <a:spcBef>
                <a:spcPts val="0"/>
              </a:spcBef>
              <a:spcAft>
                <a:spcPts val="0"/>
              </a:spcAft>
              <a:buClr>
                <a:schemeClr val="accent2"/>
              </a:buClr>
              <a:buSzPts val="6000"/>
              <a:buNone/>
              <a:defRPr sz="6000">
                <a:solidFill>
                  <a:schemeClr val="accent2"/>
                </a:solidFill>
              </a:defRPr>
            </a:lvl6pPr>
            <a:lvl7pPr lvl="6">
              <a:lnSpc>
                <a:spcPct val="70000"/>
              </a:lnSpc>
              <a:spcBef>
                <a:spcPts val="0"/>
              </a:spcBef>
              <a:spcAft>
                <a:spcPts val="0"/>
              </a:spcAft>
              <a:buClr>
                <a:schemeClr val="accent2"/>
              </a:buClr>
              <a:buSzPts val="6000"/>
              <a:buNone/>
              <a:defRPr sz="6000">
                <a:solidFill>
                  <a:schemeClr val="accent2"/>
                </a:solidFill>
              </a:defRPr>
            </a:lvl7pPr>
            <a:lvl8pPr lvl="7">
              <a:lnSpc>
                <a:spcPct val="70000"/>
              </a:lnSpc>
              <a:spcBef>
                <a:spcPts val="0"/>
              </a:spcBef>
              <a:spcAft>
                <a:spcPts val="0"/>
              </a:spcAft>
              <a:buClr>
                <a:schemeClr val="accent2"/>
              </a:buClr>
              <a:buSzPts val="6000"/>
              <a:buNone/>
              <a:defRPr sz="6000">
                <a:solidFill>
                  <a:schemeClr val="accent2"/>
                </a:solidFill>
              </a:defRPr>
            </a:lvl8pPr>
            <a:lvl9pPr lvl="8">
              <a:lnSpc>
                <a:spcPct val="70000"/>
              </a:lnSpc>
              <a:spcBef>
                <a:spcPts val="0"/>
              </a:spcBef>
              <a:spcAft>
                <a:spcPts val="0"/>
              </a:spcAft>
              <a:buClr>
                <a:schemeClr val="accent2"/>
              </a:buClr>
              <a:buSzPts val="6000"/>
              <a:buNone/>
              <a:defRPr sz="6000">
                <a:solidFill>
                  <a:schemeClr val="accent2"/>
                </a:solidFill>
              </a:defRPr>
            </a:lvl9pPr>
          </a:lstStyle>
          <a:p/>
        </p:txBody>
      </p:sp>
      <p:sp>
        <p:nvSpPr>
          <p:cNvPr id="106" name="Google Shape;106;p20"/>
          <p:cNvSpPr txBox="1"/>
          <p:nvPr>
            <p:ph idx="2" type="subTitle"/>
          </p:nvPr>
        </p:nvSpPr>
        <p:spPr>
          <a:xfrm>
            <a:off x="219106" y="4395348"/>
            <a:ext cx="4294800" cy="3465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107" name="Google Shape;107;p20"/>
          <p:cNvSpPr/>
          <p:nvPr>
            <p:ph idx="3" type="pic"/>
          </p:nvPr>
        </p:nvSpPr>
        <p:spPr>
          <a:xfrm>
            <a:off x="6572375" y="2563375"/>
            <a:ext cx="2571600" cy="2571600"/>
          </a:xfrm>
          <a:prstGeom prst="ellipse">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port detail">
  <p:cSld name="ONE_COLUMN_TEXT">
    <p:spTree>
      <p:nvGrpSpPr>
        <p:cNvPr id="108" name="Shape 108"/>
        <p:cNvGrpSpPr/>
        <p:nvPr/>
      </p:nvGrpSpPr>
      <p:grpSpPr>
        <a:xfrm>
          <a:off x="0" y="0"/>
          <a:ext cx="0" cy="0"/>
          <a:chOff x="0" y="0"/>
          <a:chExt cx="0" cy="0"/>
        </a:xfrm>
      </p:grpSpPr>
      <p:sp>
        <p:nvSpPr>
          <p:cNvPr id="109" name="Google Shape;109;p21"/>
          <p:cNvSpPr txBox="1"/>
          <p:nvPr>
            <p:ph type="title"/>
          </p:nvPr>
        </p:nvSpPr>
        <p:spPr>
          <a:xfrm>
            <a:off x="104800" y="1671550"/>
            <a:ext cx="8934600" cy="6447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Clr>
                <a:schemeClr val="dk2"/>
              </a:buClr>
              <a:buSzPts val="6000"/>
              <a:buNone/>
              <a:defRPr sz="6000">
                <a:solidFill>
                  <a:schemeClr val="dk2"/>
                </a:solidFill>
              </a:defRPr>
            </a:lvl1pPr>
            <a:lvl2pPr lvl="1">
              <a:lnSpc>
                <a:spcPct val="70000"/>
              </a:lnSpc>
              <a:spcBef>
                <a:spcPts val="0"/>
              </a:spcBef>
              <a:spcAft>
                <a:spcPts val="0"/>
              </a:spcAft>
              <a:buClr>
                <a:schemeClr val="dk2"/>
              </a:buClr>
              <a:buSzPts val="6000"/>
              <a:buNone/>
              <a:defRPr sz="6000">
                <a:solidFill>
                  <a:schemeClr val="dk2"/>
                </a:solidFill>
              </a:defRPr>
            </a:lvl2pPr>
            <a:lvl3pPr lvl="2">
              <a:lnSpc>
                <a:spcPct val="70000"/>
              </a:lnSpc>
              <a:spcBef>
                <a:spcPts val="0"/>
              </a:spcBef>
              <a:spcAft>
                <a:spcPts val="0"/>
              </a:spcAft>
              <a:buClr>
                <a:schemeClr val="dk2"/>
              </a:buClr>
              <a:buSzPts val="6000"/>
              <a:buNone/>
              <a:defRPr sz="6000">
                <a:solidFill>
                  <a:schemeClr val="dk2"/>
                </a:solidFill>
              </a:defRPr>
            </a:lvl3pPr>
            <a:lvl4pPr lvl="3">
              <a:lnSpc>
                <a:spcPct val="70000"/>
              </a:lnSpc>
              <a:spcBef>
                <a:spcPts val="0"/>
              </a:spcBef>
              <a:spcAft>
                <a:spcPts val="0"/>
              </a:spcAft>
              <a:buClr>
                <a:schemeClr val="dk2"/>
              </a:buClr>
              <a:buSzPts val="6000"/>
              <a:buNone/>
              <a:defRPr sz="6000">
                <a:solidFill>
                  <a:schemeClr val="dk2"/>
                </a:solidFill>
              </a:defRPr>
            </a:lvl4pPr>
            <a:lvl5pPr lvl="4">
              <a:lnSpc>
                <a:spcPct val="70000"/>
              </a:lnSpc>
              <a:spcBef>
                <a:spcPts val="0"/>
              </a:spcBef>
              <a:spcAft>
                <a:spcPts val="0"/>
              </a:spcAft>
              <a:buClr>
                <a:schemeClr val="dk2"/>
              </a:buClr>
              <a:buSzPts val="6000"/>
              <a:buNone/>
              <a:defRPr sz="6000">
                <a:solidFill>
                  <a:schemeClr val="dk2"/>
                </a:solidFill>
              </a:defRPr>
            </a:lvl5pPr>
            <a:lvl6pPr lvl="5">
              <a:lnSpc>
                <a:spcPct val="70000"/>
              </a:lnSpc>
              <a:spcBef>
                <a:spcPts val="0"/>
              </a:spcBef>
              <a:spcAft>
                <a:spcPts val="0"/>
              </a:spcAft>
              <a:buClr>
                <a:schemeClr val="dk2"/>
              </a:buClr>
              <a:buSzPts val="6000"/>
              <a:buNone/>
              <a:defRPr sz="6000">
                <a:solidFill>
                  <a:schemeClr val="dk2"/>
                </a:solidFill>
              </a:defRPr>
            </a:lvl6pPr>
            <a:lvl7pPr lvl="6">
              <a:lnSpc>
                <a:spcPct val="70000"/>
              </a:lnSpc>
              <a:spcBef>
                <a:spcPts val="0"/>
              </a:spcBef>
              <a:spcAft>
                <a:spcPts val="0"/>
              </a:spcAft>
              <a:buClr>
                <a:schemeClr val="dk2"/>
              </a:buClr>
              <a:buSzPts val="6000"/>
              <a:buNone/>
              <a:defRPr sz="6000">
                <a:solidFill>
                  <a:schemeClr val="dk2"/>
                </a:solidFill>
              </a:defRPr>
            </a:lvl7pPr>
            <a:lvl8pPr lvl="7">
              <a:lnSpc>
                <a:spcPct val="70000"/>
              </a:lnSpc>
              <a:spcBef>
                <a:spcPts val="0"/>
              </a:spcBef>
              <a:spcAft>
                <a:spcPts val="0"/>
              </a:spcAft>
              <a:buClr>
                <a:schemeClr val="dk2"/>
              </a:buClr>
              <a:buSzPts val="6000"/>
              <a:buNone/>
              <a:defRPr sz="6000">
                <a:solidFill>
                  <a:schemeClr val="dk2"/>
                </a:solidFill>
              </a:defRPr>
            </a:lvl8pPr>
            <a:lvl9pPr lvl="8">
              <a:lnSpc>
                <a:spcPct val="70000"/>
              </a:lnSpc>
              <a:spcBef>
                <a:spcPts val="0"/>
              </a:spcBef>
              <a:spcAft>
                <a:spcPts val="0"/>
              </a:spcAft>
              <a:buClr>
                <a:schemeClr val="dk2"/>
              </a:buClr>
              <a:buSzPts val="6000"/>
              <a:buNone/>
              <a:defRPr sz="6000">
                <a:solidFill>
                  <a:schemeClr val="dk2"/>
                </a:solidFill>
              </a:defRPr>
            </a:lvl9pPr>
          </a:lstStyle>
          <a:p/>
        </p:txBody>
      </p:sp>
      <p:sp>
        <p:nvSpPr>
          <p:cNvPr id="110" name="Google Shape;110;p21"/>
          <p:cNvSpPr/>
          <p:nvPr/>
        </p:nvSpPr>
        <p:spPr>
          <a:xfrm>
            <a:off x="100" y="2571869"/>
            <a:ext cx="9144000" cy="2571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1"/>
          <p:cNvSpPr txBox="1"/>
          <p:nvPr>
            <p:ph idx="2" type="title"/>
          </p:nvPr>
        </p:nvSpPr>
        <p:spPr>
          <a:xfrm>
            <a:off x="104800" y="2827250"/>
            <a:ext cx="8934600" cy="6447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Clr>
                <a:schemeClr val="dk2"/>
              </a:buClr>
              <a:buSzPts val="6000"/>
              <a:buNone/>
              <a:defRPr sz="6000">
                <a:solidFill>
                  <a:schemeClr val="dk2"/>
                </a:solidFill>
              </a:defRPr>
            </a:lvl1pPr>
            <a:lvl2pPr lvl="1">
              <a:lnSpc>
                <a:spcPct val="70000"/>
              </a:lnSpc>
              <a:spcBef>
                <a:spcPts val="0"/>
              </a:spcBef>
              <a:spcAft>
                <a:spcPts val="0"/>
              </a:spcAft>
              <a:buClr>
                <a:schemeClr val="dk2"/>
              </a:buClr>
              <a:buSzPts val="6000"/>
              <a:buNone/>
              <a:defRPr sz="6000">
                <a:solidFill>
                  <a:schemeClr val="dk2"/>
                </a:solidFill>
              </a:defRPr>
            </a:lvl2pPr>
            <a:lvl3pPr lvl="2">
              <a:lnSpc>
                <a:spcPct val="70000"/>
              </a:lnSpc>
              <a:spcBef>
                <a:spcPts val="0"/>
              </a:spcBef>
              <a:spcAft>
                <a:spcPts val="0"/>
              </a:spcAft>
              <a:buClr>
                <a:schemeClr val="dk2"/>
              </a:buClr>
              <a:buSzPts val="6000"/>
              <a:buNone/>
              <a:defRPr sz="6000">
                <a:solidFill>
                  <a:schemeClr val="dk2"/>
                </a:solidFill>
              </a:defRPr>
            </a:lvl3pPr>
            <a:lvl4pPr lvl="3">
              <a:lnSpc>
                <a:spcPct val="70000"/>
              </a:lnSpc>
              <a:spcBef>
                <a:spcPts val="0"/>
              </a:spcBef>
              <a:spcAft>
                <a:spcPts val="0"/>
              </a:spcAft>
              <a:buClr>
                <a:schemeClr val="dk2"/>
              </a:buClr>
              <a:buSzPts val="6000"/>
              <a:buNone/>
              <a:defRPr sz="6000">
                <a:solidFill>
                  <a:schemeClr val="dk2"/>
                </a:solidFill>
              </a:defRPr>
            </a:lvl4pPr>
            <a:lvl5pPr lvl="4">
              <a:lnSpc>
                <a:spcPct val="70000"/>
              </a:lnSpc>
              <a:spcBef>
                <a:spcPts val="0"/>
              </a:spcBef>
              <a:spcAft>
                <a:spcPts val="0"/>
              </a:spcAft>
              <a:buClr>
                <a:schemeClr val="dk2"/>
              </a:buClr>
              <a:buSzPts val="6000"/>
              <a:buNone/>
              <a:defRPr sz="6000">
                <a:solidFill>
                  <a:schemeClr val="dk2"/>
                </a:solidFill>
              </a:defRPr>
            </a:lvl5pPr>
            <a:lvl6pPr lvl="5">
              <a:lnSpc>
                <a:spcPct val="70000"/>
              </a:lnSpc>
              <a:spcBef>
                <a:spcPts val="0"/>
              </a:spcBef>
              <a:spcAft>
                <a:spcPts val="0"/>
              </a:spcAft>
              <a:buClr>
                <a:schemeClr val="dk2"/>
              </a:buClr>
              <a:buSzPts val="6000"/>
              <a:buNone/>
              <a:defRPr sz="6000">
                <a:solidFill>
                  <a:schemeClr val="dk2"/>
                </a:solidFill>
              </a:defRPr>
            </a:lvl6pPr>
            <a:lvl7pPr lvl="6">
              <a:lnSpc>
                <a:spcPct val="70000"/>
              </a:lnSpc>
              <a:spcBef>
                <a:spcPts val="0"/>
              </a:spcBef>
              <a:spcAft>
                <a:spcPts val="0"/>
              </a:spcAft>
              <a:buClr>
                <a:schemeClr val="dk2"/>
              </a:buClr>
              <a:buSzPts val="6000"/>
              <a:buNone/>
              <a:defRPr sz="6000">
                <a:solidFill>
                  <a:schemeClr val="dk2"/>
                </a:solidFill>
              </a:defRPr>
            </a:lvl7pPr>
            <a:lvl8pPr lvl="7">
              <a:lnSpc>
                <a:spcPct val="70000"/>
              </a:lnSpc>
              <a:spcBef>
                <a:spcPts val="0"/>
              </a:spcBef>
              <a:spcAft>
                <a:spcPts val="0"/>
              </a:spcAft>
              <a:buClr>
                <a:schemeClr val="dk2"/>
              </a:buClr>
              <a:buSzPts val="6000"/>
              <a:buNone/>
              <a:defRPr sz="6000">
                <a:solidFill>
                  <a:schemeClr val="dk2"/>
                </a:solidFill>
              </a:defRPr>
            </a:lvl8pPr>
            <a:lvl9pPr lvl="8">
              <a:lnSpc>
                <a:spcPct val="70000"/>
              </a:lnSpc>
              <a:spcBef>
                <a:spcPts val="0"/>
              </a:spcBef>
              <a:spcAft>
                <a:spcPts val="0"/>
              </a:spcAft>
              <a:buClr>
                <a:schemeClr val="dk2"/>
              </a:buClr>
              <a:buSzPts val="6000"/>
              <a:buNone/>
              <a:defRPr sz="6000">
                <a:solidFill>
                  <a:schemeClr val="dk2"/>
                </a:solidFill>
              </a:defRPr>
            </a:lvl9pPr>
          </a:lstStyle>
          <a:p/>
        </p:txBody>
      </p:sp>
      <p:sp>
        <p:nvSpPr>
          <p:cNvPr id="112" name="Google Shape;112;p21"/>
          <p:cNvSpPr/>
          <p:nvPr/>
        </p:nvSpPr>
        <p:spPr>
          <a:xfrm rot="10800000">
            <a:off x="7055400" y="0"/>
            <a:ext cx="2088600" cy="260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13" name="Google Shape;113;p21"/>
          <p:cNvSpPr txBox="1"/>
          <p:nvPr>
            <p:ph idx="1"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1pPr>
            <a:lvl2pPr lvl="1"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2pPr>
            <a:lvl3pPr lvl="2"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3pPr>
            <a:lvl4pPr lvl="3"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4pPr>
            <a:lvl5pPr lvl="4"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5pPr>
            <a:lvl6pPr lvl="5"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6pPr>
            <a:lvl7pPr lvl="6"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7pPr>
            <a:lvl8pPr lvl="7"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8pPr>
            <a:lvl9pPr lvl="8"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14" name="Shape 114"/>
        <p:cNvGrpSpPr/>
        <p:nvPr/>
      </p:nvGrpSpPr>
      <p:grpSpPr>
        <a:xfrm>
          <a:off x="0" y="0"/>
          <a:ext cx="0" cy="0"/>
          <a:chOff x="0" y="0"/>
          <a:chExt cx="0" cy="0"/>
        </a:xfrm>
      </p:grpSpPr>
      <p:sp>
        <p:nvSpPr>
          <p:cNvPr id="115" name="Google Shape;115;p22"/>
          <p:cNvSpPr txBox="1"/>
          <p:nvPr>
            <p:ph idx="1" type="body"/>
          </p:nvPr>
        </p:nvSpPr>
        <p:spPr>
          <a:xfrm>
            <a:off x="247200" y="1226350"/>
            <a:ext cx="4248600" cy="3357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6" name="Google Shape;116;p22"/>
          <p:cNvSpPr/>
          <p:nvPr/>
        </p:nvSpPr>
        <p:spPr>
          <a:xfrm rot="10800000">
            <a:off x="7055400" y="0"/>
            <a:ext cx="2088600" cy="260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17" name="Google Shape;117;p22"/>
          <p:cNvSpPr txBox="1"/>
          <p:nvPr>
            <p:ph idx="2"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1pPr>
            <a:lvl2pPr lvl="1"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2pPr>
            <a:lvl3pPr lvl="2"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3pPr>
            <a:lvl4pPr lvl="3"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4pPr>
            <a:lvl5pPr lvl="4"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5pPr>
            <a:lvl6pPr lvl="5"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6pPr>
            <a:lvl7pPr lvl="6"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7pPr>
            <a:lvl8pPr lvl="7"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8pPr>
            <a:lvl9pPr lvl="8"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ademic progress overview">
  <p:cSld name="SECTION_TITLE_AND_DESCRIPTION">
    <p:bg>
      <p:bgPr>
        <a:solidFill>
          <a:schemeClr val="lt2"/>
        </a:solidFill>
      </p:bgPr>
    </p:bg>
    <p:spTree>
      <p:nvGrpSpPr>
        <p:cNvPr id="118" name="Shape 118"/>
        <p:cNvGrpSpPr/>
        <p:nvPr/>
      </p:nvGrpSpPr>
      <p:grpSpPr>
        <a:xfrm>
          <a:off x="0" y="0"/>
          <a:ext cx="0" cy="0"/>
          <a:chOff x="0" y="0"/>
          <a:chExt cx="0" cy="0"/>
        </a:xfrm>
      </p:grpSpPr>
      <p:sp>
        <p:nvSpPr>
          <p:cNvPr id="119" name="Google Shape;119;p23"/>
          <p:cNvSpPr/>
          <p:nvPr/>
        </p:nvSpPr>
        <p:spPr>
          <a:xfrm rot="10800000">
            <a:off x="7055400" y="0"/>
            <a:ext cx="2088600" cy="260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20" name="Google Shape;120;p23"/>
          <p:cNvSpPr txBox="1"/>
          <p:nvPr>
            <p:ph idx="1"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1pPr>
            <a:lvl2pPr lvl="1"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2pPr>
            <a:lvl3pPr lvl="2"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3pPr>
            <a:lvl4pPr lvl="3"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4pPr>
            <a:lvl5pPr lvl="4"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5pPr>
            <a:lvl6pPr lvl="5"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6pPr>
            <a:lvl7pPr lvl="6"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7pPr>
            <a:lvl8pPr lvl="7"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8pPr>
            <a:lvl9pPr lvl="8"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9pPr>
          </a:lstStyle>
          <a:p/>
        </p:txBody>
      </p:sp>
      <p:sp>
        <p:nvSpPr>
          <p:cNvPr id="121" name="Google Shape;121;p23"/>
          <p:cNvSpPr txBox="1"/>
          <p:nvPr>
            <p:ph idx="2" type="body"/>
          </p:nvPr>
        </p:nvSpPr>
        <p:spPr>
          <a:xfrm>
            <a:off x="247200" y="997750"/>
            <a:ext cx="6604500" cy="93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2" name="Google Shape;122;p23"/>
          <p:cNvSpPr txBox="1"/>
          <p:nvPr>
            <p:ph idx="3" type="body"/>
          </p:nvPr>
        </p:nvSpPr>
        <p:spPr>
          <a:xfrm>
            <a:off x="247200" y="3517988"/>
            <a:ext cx="2088600" cy="93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23" name="Google Shape;123;p23"/>
          <p:cNvSpPr txBox="1"/>
          <p:nvPr>
            <p:ph idx="4" type="body"/>
          </p:nvPr>
        </p:nvSpPr>
        <p:spPr>
          <a:xfrm>
            <a:off x="2455050" y="3517988"/>
            <a:ext cx="2088600" cy="93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24" name="Google Shape;124;p23"/>
          <p:cNvSpPr txBox="1"/>
          <p:nvPr>
            <p:ph idx="5" type="body"/>
          </p:nvPr>
        </p:nvSpPr>
        <p:spPr>
          <a:xfrm>
            <a:off x="4662900" y="3517988"/>
            <a:ext cx="2088600" cy="93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25" name="Google Shape;125;p23"/>
          <p:cNvSpPr txBox="1"/>
          <p:nvPr>
            <p:ph idx="6" type="body"/>
          </p:nvPr>
        </p:nvSpPr>
        <p:spPr>
          <a:xfrm>
            <a:off x="6870750" y="3517988"/>
            <a:ext cx="2088600" cy="93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es">
  <p:cSld name="CAPTION_ONLY">
    <p:bg>
      <p:bgPr>
        <a:solidFill>
          <a:schemeClr val="lt2"/>
        </a:solidFill>
      </p:bgPr>
    </p:bg>
    <p:spTree>
      <p:nvGrpSpPr>
        <p:cNvPr id="126" name="Shape 126"/>
        <p:cNvGrpSpPr/>
        <p:nvPr/>
      </p:nvGrpSpPr>
      <p:grpSpPr>
        <a:xfrm>
          <a:off x="0" y="0"/>
          <a:ext cx="0" cy="0"/>
          <a:chOff x="0" y="0"/>
          <a:chExt cx="0" cy="0"/>
        </a:xfrm>
      </p:grpSpPr>
      <p:sp>
        <p:nvSpPr>
          <p:cNvPr id="127" name="Google Shape;127;p24"/>
          <p:cNvSpPr/>
          <p:nvPr/>
        </p:nvSpPr>
        <p:spPr>
          <a:xfrm rot="10800000">
            <a:off x="7055400" y="0"/>
            <a:ext cx="2088600" cy="260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28" name="Google Shape;128;p24"/>
          <p:cNvSpPr txBox="1"/>
          <p:nvPr>
            <p:ph idx="1"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1pPr>
            <a:lvl2pPr lvl="1"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2pPr>
            <a:lvl3pPr lvl="2"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3pPr>
            <a:lvl4pPr lvl="3"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4pPr>
            <a:lvl5pPr lvl="4"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5pPr>
            <a:lvl6pPr lvl="5"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6pPr>
            <a:lvl7pPr lvl="6"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7pPr>
            <a:lvl8pPr lvl="7"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8pPr>
            <a:lvl9pPr lvl="8"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engths">
  <p:cSld name="BIG_NUMBER">
    <p:spTree>
      <p:nvGrpSpPr>
        <p:cNvPr id="129" name="Shape 129"/>
        <p:cNvGrpSpPr/>
        <p:nvPr/>
      </p:nvGrpSpPr>
      <p:grpSpPr>
        <a:xfrm>
          <a:off x="0" y="0"/>
          <a:ext cx="0" cy="0"/>
          <a:chOff x="0" y="0"/>
          <a:chExt cx="0" cy="0"/>
        </a:xfrm>
      </p:grpSpPr>
      <p:sp>
        <p:nvSpPr>
          <p:cNvPr id="130" name="Google Shape;130;p25"/>
          <p:cNvSpPr txBox="1"/>
          <p:nvPr>
            <p:ph idx="1" type="body"/>
          </p:nvPr>
        </p:nvSpPr>
        <p:spPr>
          <a:xfrm>
            <a:off x="247200" y="1226350"/>
            <a:ext cx="3687000" cy="3357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1" name="Google Shape;131;p25"/>
          <p:cNvSpPr/>
          <p:nvPr/>
        </p:nvSpPr>
        <p:spPr>
          <a:xfrm rot="10800000">
            <a:off x="7055400" y="0"/>
            <a:ext cx="2088600" cy="260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32" name="Google Shape;132;p25"/>
          <p:cNvSpPr txBox="1"/>
          <p:nvPr>
            <p:ph idx="2"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1pPr>
            <a:lvl2pPr lvl="1"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2pPr>
            <a:lvl3pPr lvl="2"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3pPr>
            <a:lvl4pPr lvl="3"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4pPr>
            <a:lvl5pPr lvl="4"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5pPr>
            <a:lvl6pPr lvl="5"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6pPr>
            <a:lvl7pPr lvl="6"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7pPr>
            <a:lvl8pPr lvl="7"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8pPr>
            <a:lvl9pPr lvl="8"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recommendation">
  <p:cSld name="CUSTOM">
    <p:spTree>
      <p:nvGrpSpPr>
        <p:cNvPr id="133" name="Shape 133"/>
        <p:cNvGrpSpPr/>
        <p:nvPr/>
      </p:nvGrpSpPr>
      <p:grpSpPr>
        <a:xfrm>
          <a:off x="0" y="0"/>
          <a:ext cx="0" cy="0"/>
          <a:chOff x="0" y="0"/>
          <a:chExt cx="0" cy="0"/>
        </a:xfrm>
      </p:grpSpPr>
      <p:sp>
        <p:nvSpPr>
          <p:cNvPr id="134" name="Google Shape;134;p26"/>
          <p:cNvSpPr txBox="1"/>
          <p:nvPr>
            <p:ph idx="1" type="body"/>
          </p:nvPr>
        </p:nvSpPr>
        <p:spPr>
          <a:xfrm>
            <a:off x="247200" y="1025725"/>
            <a:ext cx="5548200" cy="856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5" name="Google Shape;135;p26"/>
          <p:cNvSpPr/>
          <p:nvPr/>
        </p:nvSpPr>
        <p:spPr>
          <a:xfrm>
            <a:off x="0" y="2145875"/>
            <a:ext cx="9160200" cy="2997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6"/>
          <p:cNvSpPr/>
          <p:nvPr/>
        </p:nvSpPr>
        <p:spPr>
          <a:xfrm rot="5400000">
            <a:off x="3073225" y="-935425"/>
            <a:ext cx="2997600" cy="91602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26"/>
          <p:cNvSpPr txBox="1"/>
          <p:nvPr>
            <p:ph idx="2" type="body"/>
          </p:nvPr>
        </p:nvSpPr>
        <p:spPr>
          <a:xfrm>
            <a:off x="328575" y="2585916"/>
            <a:ext cx="3949800" cy="2292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1pPr>
            <a:lvl2pPr indent="-342900" lvl="1" marL="9144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2pPr>
            <a:lvl3pPr indent="-342900" lvl="2" marL="13716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3pPr>
            <a:lvl4pPr indent="-342900" lvl="3" marL="18288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4pPr>
            <a:lvl5pPr indent="-342900" lvl="4" marL="22860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5pPr>
            <a:lvl6pPr indent="-342900" lvl="5" marL="27432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6pPr>
            <a:lvl7pPr indent="-342900" lvl="6" marL="32004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7pPr>
            <a:lvl8pPr indent="-342900" lvl="7" marL="36576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8pPr>
            <a:lvl9pPr indent="-342900" lvl="8" marL="41148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9pPr>
          </a:lstStyle>
          <a:p/>
        </p:txBody>
      </p:sp>
      <p:sp>
        <p:nvSpPr>
          <p:cNvPr id="138" name="Google Shape;138;p26"/>
          <p:cNvSpPr txBox="1"/>
          <p:nvPr>
            <p:ph idx="3" type="body"/>
          </p:nvPr>
        </p:nvSpPr>
        <p:spPr>
          <a:xfrm>
            <a:off x="4288975" y="2585916"/>
            <a:ext cx="3949800" cy="2292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1pPr>
            <a:lvl2pPr indent="-342900" lvl="1" marL="9144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2pPr>
            <a:lvl3pPr indent="-342900" lvl="2" marL="13716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3pPr>
            <a:lvl4pPr indent="-342900" lvl="3" marL="18288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4pPr>
            <a:lvl5pPr indent="-342900" lvl="4" marL="22860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5pPr>
            <a:lvl6pPr indent="-342900" lvl="5" marL="27432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6pPr>
            <a:lvl7pPr indent="-342900" lvl="6" marL="32004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7pPr>
            <a:lvl8pPr indent="-342900" lvl="7" marL="36576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8pPr>
            <a:lvl9pPr indent="-342900" lvl="8" marL="41148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9pPr>
          </a:lstStyle>
          <a:p/>
        </p:txBody>
      </p:sp>
      <p:sp>
        <p:nvSpPr>
          <p:cNvPr id="139" name="Google Shape;139;p26"/>
          <p:cNvSpPr/>
          <p:nvPr/>
        </p:nvSpPr>
        <p:spPr>
          <a:xfrm rot="10800000">
            <a:off x="7055400" y="0"/>
            <a:ext cx="2088600" cy="260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40" name="Google Shape;140;p26"/>
          <p:cNvSpPr txBox="1"/>
          <p:nvPr>
            <p:ph idx="4"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1pPr>
            <a:lvl2pPr lvl="1"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2pPr>
            <a:lvl3pPr lvl="2"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3pPr>
            <a:lvl4pPr lvl="3"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4pPr>
            <a:lvl5pPr lvl="4"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5pPr>
            <a:lvl6pPr lvl="5"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6pPr>
            <a:lvl7pPr lvl="6"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7pPr>
            <a:lvl8pPr lvl="7"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8pPr>
            <a:lvl9pPr lvl="8"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ignment completion">
  <p:cSld name="CUSTOM_1">
    <p:bg>
      <p:bgPr>
        <a:solidFill>
          <a:schemeClr val="lt2"/>
        </a:solidFill>
      </p:bgPr>
    </p:bg>
    <p:spTree>
      <p:nvGrpSpPr>
        <p:cNvPr id="141" name="Shape 141"/>
        <p:cNvGrpSpPr/>
        <p:nvPr/>
      </p:nvGrpSpPr>
      <p:grpSpPr>
        <a:xfrm>
          <a:off x="0" y="0"/>
          <a:ext cx="0" cy="0"/>
          <a:chOff x="0" y="0"/>
          <a:chExt cx="0" cy="0"/>
        </a:xfrm>
      </p:grpSpPr>
      <p:sp>
        <p:nvSpPr>
          <p:cNvPr id="142" name="Google Shape;142;p27"/>
          <p:cNvSpPr txBox="1"/>
          <p:nvPr>
            <p:ph idx="1" type="body"/>
          </p:nvPr>
        </p:nvSpPr>
        <p:spPr>
          <a:xfrm>
            <a:off x="335550" y="1279325"/>
            <a:ext cx="3837900" cy="3096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3" name="Google Shape;143;p27"/>
          <p:cNvSpPr/>
          <p:nvPr/>
        </p:nvSpPr>
        <p:spPr>
          <a:xfrm rot="10800000">
            <a:off x="7055400" y="0"/>
            <a:ext cx="2088600" cy="260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44" name="Google Shape;144;p27"/>
          <p:cNvSpPr txBox="1"/>
          <p:nvPr>
            <p:ph idx="2"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1pPr>
            <a:lvl2pPr lvl="1"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2pPr>
            <a:lvl3pPr lvl="2"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3pPr>
            <a:lvl4pPr lvl="3"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4pPr>
            <a:lvl5pPr lvl="4"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5pPr>
            <a:lvl6pPr lvl="5"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6pPr>
            <a:lvl7pPr lvl="6"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7pPr>
            <a:lvl8pPr lvl="7"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8pPr>
            <a:lvl9pPr lvl="8"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CUSTOM_1_1">
    <p:bg>
      <p:bgPr>
        <a:solidFill>
          <a:schemeClr val="lt2"/>
        </a:solidFill>
      </p:bgPr>
    </p:bg>
    <p:spTree>
      <p:nvGrpSpPr>
        <p:cNvPr id="145" name="Shape 145"/>
        <p:cNvGrpSpPr/>
        <p:nvPr/>
      </p:nvGrpSpPr>
      <p:grpSpPr>
        <a:xfrm>
          <a:off x="0" y="0"/>
          <a:ext cx="0" cy="0"/>
          <a:chOff x="0" y="0"/>
          <a:chExt cx="0" cy="0"/>
        </a:xfrm>
      </p:grpSpPr>
      <p:sp>
        <p:nvSpPr>
          <p:cNvPr id="146" name="Google Shape;146;p28"/>
          <p:cNvSpPr/>
          <p:nvPr/>
        </p:nvSpPr>
        <p:spPr>
          <a:xfrm rot="10800000">
            <a:off x="7055400" y="0"/>
            <a:ext cx="2088600" cy="260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47" name="Google Shape;147;p28"/>
          <p:cNvSpPr txBox="1"/>
          <p:nvPr>
            <p:ph idx="1"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1pPr>
            <a:lvl2pPr lvl="1"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2pPr>
            <a:lvl3pPr lvl="2"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3pPr>
            <a:lvl4pPr lvl="3"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4pPr>
            <a:lvl5pPr lvl="4"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5pPr>
            <a:lvl6pPr lvl="5"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6pPr>
            <a:lvl7pPr lvl="6"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7pPr>
            <a:lvl8pPr lvl="7"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8pPr>
            <a:lvl9pPr lvl="8" algn="ctr">
              <a:spcBef>
                <a:spcPts val="0"/>
              </a:spcBef>
              <a:spcAft>
                <a:spcPts val="0"/>
              </a:spcAft>
              <a:buClr>
                <a:schemeClr val="dk1"/>
              </a:buClr>
              <a:buSzPts val="800"/>
              <a:buFont typeface="Taviraj Light"/>
              <a:buNone/>
              <a:defRPr b="0" sz="800">
                <a:solidFill>
                  <a:schemeClr val="dk1"/>
                </a:solidFill>
                <a:latin typeface="Taviraj Light"/>
                <a:ea typeface="Taviraj Light"/>
                <a:cs typeface="Taviraj Light"/>
                <a:sym typeface="Taviraj Light"/>
              </a:defRPr>
            </a:lvl9pPr>
          </a:lstStyle>
          <a:p/>
        </p:txBody>
      </p:sp>
      <p:sp>
        <p:nvSpPr>
          <p:cNvPr id="148" name="Google Shape;148;p28"/>
          <p:cNvSpPr txBox="1"/>
          <p:nvPr>
            <p:ph type="title"/>
          </p:nvPr>
        </p:nvSpPr>
        <p:spPr>
          <a:xfrm>
            <a:off x="328575" y="386602"/>
            <a:ext cx="6081900" cy="893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6000"/>
              <a:buNone/>
              <a:defRPr sz="6000">
                <a:solidFill>
                  <a:schemeClr val="dk2"/>
                </a:solidFill>
              </a:defRPr>
            </a:lvl1pPr>
            <a:lvl2pPr lvl="1">
              <a:lnSpc>
                <a:spcPct val="80000"/>
              </a:lnSpc>
              <a:spcBef>
                <a:spcPts val="0"/>
              </a:spcBef>
              <a:spcAft>
                <a:spcPts val="0"/>
              </a:spcAft>
              <a:buSzPts val="7000"/>
              <a:buNone/>
              <a:defRPr/>
            </a:lvl2pPr>
            <a:lvl3pPr lvl="2">
              <a:lnSpc>
                <a:spcPct val="80000"/>
              </a:lnSpc>
              <a:spcBef>
                <a:spcPts val="0"/>
              </a:spcBef>
              <a:spcAft>
                <a:spcPts val="0"/>
              </a:spcAft>
              <a:buSzPts val="7000"/>
              <a:buNone/>
              <a:defRPr/>
            </a:lvl3pPr>
            <a:lvl4pPr lvl="3">
              <a:lnSpc>
                <a:spcPct val="80000"/>
              </a:lnSpc>
              <a:spcBef>
                <a:spcPts val="0"/>
              </a:spcBef>
              <a:spcAft>
                <a:spcPts val="0"/>
              </a:spcAft>
              <a:buSzPts val="7000"/>
              <a:buNone/>
              <a:defRPr/>
            </a:lvl4pPr>
            <a:lvl5pPr lvl="4">
              <a:lnSpc>
                <a:spcPct val="80000"/>
              </a:lnSpc>
              <a:spcBef>
                <a:spcPts val="0"/>
              </a:spcBef>
              <a:spcAft>
                <a:spcPts val="0"/>
              </a:spcAft>
              <a:buSzPts val="7000"/>
              <a:buNone/>
              <a:defRPr/>
            </a:lvl5pPr>
            <a:lvl6pPr lvl="5">
              <a:lnSpc>
                <a:spcPct val="80000"/>
              </a:lnSpc>
              <a:spcBef>
                <a:spcPts val="0"/>
              </a:spcBef>
              <a:spcAft>
                <a:spcPts val="0"/>
              </a:spcAft>
              <a:buSzPts val="7000"/>
              <a:buNone/>
              <a:defRPr/>
            </a:lvl6pPr>
            <a:lvl7pPr lvl="6">
              <a:lnSpc>
                <a:spcPct val="80000"/>
              </a:lnSpc>
              <a:spcBef>
                <a:spcPts val="0"/>
              </a:spcBef>
              <a:spcAft>
                <a:spcPts val="0"/>
              </a:spcAft>
              <a:buSzPts val="7000"/>
              <a:buNone/>
              <a:defRPr/>
            </a:lvl7pPr>
            <a:lvl8pPr lvl="7">
              <a:lnSpc>
                <a:spcPct val="80000"/>
              </a:lnSpc>
              <a:spcBef>
                <a:spcPts val="0"/>
              </a:spcBef>
              <a:spcAft>
                <a:spcPts val="0"/>
              </a:spcAft>
              <a:buSzPts val="7000"/>
              <a:buNone/>
              <a:defRPr/>
            </a:lvl8pPr>
            <a:lvl9pPr lvl="8">
              <a:lnSpc>
                <a:spcPct val="80000"/>
              </a:lnSpc>
              <a:spcBef>
                <a:spcPts val="0"/>
              </a:spcBef>
              <a:spcAft>
                <a:spcPts val="0"/>
              </a:spcAft>
              <a:buSzPts val="7000"/>
              <a:buNone/>
              <a:defRPr/>
            </a:lvl9pPr>
          </a:lstStyle>
          <a:p/>
        </p:txBody>
      </p:sp>
      <p:sp>
        <p:nvSpPr>
          <p:cNvPr id="149" name="Google Shape;149;p28"/>
          <p:cNvSpPr txBox="1"/>
          <p:nvPr>
            <p:ph idx="2" type="body"/>
          </p:nvPr>
        </p:nvSpPr>
        <p:spPr>
          <a:xfrm>
            <a:off x="405475" y="2095850"/>
            <a:ext cx="3838200" cy="2593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2">
    <p:spTree>
      <p:nvGrpSpPr>
        <p:cNvPr id="150" name="Shape 150"/>
        <p:cNvGrpSpPr/>
        <p:nvPr/>
      </p:nvGrpSpPr>
      <p:grpSpPr>
        <a:xfrm>
          <a:off x="0" y="0"/>
          <a:ext cx="0" cy="0"/>
          <a:chOff x="0" y="0"/>
          <a:chExt cx="0" cy="0"/>
        </a:xfrm>
      </p:grpSpPr>
      <p:grpSp>
        <p:nvGrpSpPr>
          <p:cNvPr id="151" name="Google Shape;151;p29"/>
          <p:cNvGrpSpPr/>
          <p:nvPr/>
        </p:nvGrpSpPr>
        <p:grpSpPr>
          <a:xfrm>
            <a:off x="2402625" y="-3825"/>
            <a:ext cx="5151000" cy="5151025"/>
            <a:chOff x="-571505" y="-7638"/>
            <a:chExt cx="5151000" cy="5151025"/>
          </a:xfrm>
        </p:grpSpPr>
        <p:sp>
          <p:nvSpPr>
            <p:cNvPr id="152" name="Google Shape;152;p29"/>
            <p:cNvSpPr/>
            <p:nvPr/>
          </p:nvSpPr>
          <p:spPr>
            <a:xfrm>
              <a:off x="-571505" y="-7638"/>
              <a:ext cx="5151000" cy="5151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9"/>
            <p:cNvSpPr/>
            <p:nvPr/>
          </p:nvSpPr>
          <p:spPr>
            <a:xfrm>
              <a:off x="7621" y="-7612"/>
              <a:ext cx="2042100" cy="515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54" name="Google Shape;154;p29"/>
          <p:cNvSpPr/>
          <p:nvPr/>
        </p:nvSpPr>
        <p:spPr>
          <a:xfrm>
            <a:off x="0" y="0"/>
            <a:ext cx="3442800" cy="515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29"/>
          <p:cNvSpPr txBox="1"/>
          <p:nvPr>
            <p:ph type="title"/>
          </p:nvPr>
        </p:nvSpPr>
        <p:spPr>
          <a:xfrm>
            <a:off x="328575" y="386602"/>
            <a:ext cx="6081900" cy="893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6000"/>
              <a:buNone/>
              <a:defRPr sz="6000">
                <a:solidFill>
                  <a:schemeClr val="dk2"/>
                </a:solidFill>
              </a:defRPr>
            </a:lvl1pPr>
            <a:lvl2pPr lvl="1">
              <a:lnSpc>
                <a:spcPct val="80000"/>
              </a:lnSpc>
              <a:spcBef>
                <a:spcPts val="0"/>
              </a:spcBef>
              <a:spcAft>
                <a:spcPts val="0"/>
              </a:spcAft>
              <a:buSzPts val="7000"/>
              <a:buNone/>
              <a:defRPr/>
            </a:lvl2pPr>
            <a:lvl3pPr lvl="2">
              <a:lnSpc>
                <a:spcPct val="80000"/>
              </a:lnSpc>
              <a:spcBef>
                <a:spcPts val="0"/>
              </a:spcBef>
              <a:spcAft>
                <a:spcPts val="0"/>
              </a:spcAft>
              <a:buSzPts val="7000"/>
              <a:buNone/>
              <a:defRPr/>
            </a:lvl3pPr>
            <a:lvl4pPr lvl="3">
              <a:lnSpc>
                <a:spcPct val="80000"/>
              </a:lnSpc>
              <a:spcBef>
                <a:spcPts val="0"/>
              </a:spcBef>
              <a:spcAft>
                <a:spcPts val="0"/>
              </a:spcAft>
              <a:buSzPts val="7000"/>
              <a:buNone/>
              <a:defRPr/>
            </a:lvl4pPr>
            <a:lvl5pPr lvl="4">
              <a:lnSpc>
                <a:spcPct val="80000"/>
              </a:lnSpc>
              <a:spcBef>
                <a:spcPts val="0"/>
              </a:spcBef>
              <a:spcAft>
                <a:spcPts val="0"/>
              </a:spcAft>
              <a:buSzPts val="7000"/>
              <a:buNone/>
              <a:defRPr/>
            </a:lvl5pPr>
            <a:lvl6pPr lvl="5">
              <a:lnSpc>
                <a:spcPct val="80000"/>
              </a:lnSpc>
              <a:spcBef>
                <a:spcPts val="0"/>
              </a:spcBef>
              <a:spcAft>
                <a:spcPts val="0"/>
              </a:spcAft>
              <a:buSzPts val="7000"/>
              <a:buNone/>
              <a:defRPr/>
            </a:lvl6pPr>
            <a:lvl7pPr lvl="6">
              <a:lnSpc>
                <a:spcPct val="80000"/>
              </a:lnSpc>
              <a:spcBef>
                <a:spcPts val="0"/>
              </a:spcBef>
              <a:spcAft>
                <a:spcPts val="0"/>
              </a:spcAft>
              <a:buSzPts val="7000"/>
              <a:buNone/>
              <a:defRPr/>
            </a:lvl7pPr>
            <a:lvl8pPr lvl="7">
              <a:lnSpc>
                <a:spcPct val="80000"/>
              </a:lnSpc>
              <a:spcBef>
                <a:spcPts val="0"/>
              </a:spcBef>
              <a:spcAft>
                <a:spcPts val="0"/>
              </a:spcAft>
              <a:buSzPts val="7000"/>
              <a:buNone/>
              <a:defRPr/>
            </a:lvl8pPr>
            <a:lvl9pPr lvl="8">
              <a:lnSpc>
                <a:spcPct val="80000"/>
              </a:lnSpc>
              <a:spcBef>
                <a:spcPts val="0"/>
              </a:spcBef>
              <a:spcAft>
                <a:spcPts val="0"/>
              </a:spcAft>
              <a:buSzPts val="7000"/>
              <a:buNone/>
              <a:defRPr/>
            </a:lvl9pPr>
          </a:lstStyle>
          <a:p/>
        </p:txBody>
      </p:sp>
      <p:sp>
        <p:nvSpPr>
          <p:cNvPr id="156" name="Google Shape;156;p29"/>
          <p:cNvSpPr txBox="1"/>
          <p:nvPr>
            <p:ph idx="1" type="body"/>
          </p:nvPr>
        </p:nvSpPr>
        <p:spPr>
          <a:xfrm>
            <a:off x="405475" y="2095850"/>
            <a:ext cx="4369200" cy="2593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57" name="Google Shape;157;p29"/>
          <p:cNvSpPr/>
          <p:nvPr/>
        </p:nvSpPr>
        <p:spPr>
          <a:xfrm rot="10800000">
            <a:off x="7055400" y="0"/>
            <a:ext cx="2088600" cy="260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58" name="Google Shape;158;p29"/>
          <p:cNvSpPr txBox="1"/>
          <p:nvPr>
            <p:ph idx="2"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1pPr>
            <a:lvl2pPr lvl="1"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2pPr>
            <a:lvl3pPr lvl="2"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3pPr>
            <a:lvl4pPr lvl="3"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4pPr>
            <a:lvl5pPr lvl="4"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5pPr>
            <a:lvl6pPr lvl="5"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6pPr>
            <a:lvl7pPr lvl="6"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7pPr>
            <a:lvl8pPr lvl="7"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8pPr>
            <a:lvl9pPr lvl="8"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bullet list">
  <p:cSld name="CUSTOM_3">
    <p:spTree>
      <p:nvGrpSpPr>
        <p:cNvPr id="159" name="Shape 159"/>
        <p:cNvGrpSpPr/>
        <p:nvPr/>
      </p:nvGrpSpPr>
      <p:grpSpPr>
        <a:xfrm>
          <a:off x="0" y="0"/>
          <a:ext cx="0" cy="0"/>
          <a:chOff x="0" y="0"/>
          <a:chExt cx="0" cy="0"/>
        </a:xfrm>
      </p:grpSpPr>
      <p:sp>
        <p:nvSpPr>
          <p:cNvPr id="160" name="Google Shape;160;p30"/>
          <p:cNvSpPr txBox="1"/>
          <p:nvPr>
            <p:ph idx="1" type="subTitle"/>
          </p:nvPr>
        </p:nvSpPr>
        <p:spPr>
          <a:xfrm>
            <a:off x="5853125" y="961500"/>
            <a:ext cx="2733300" cy="3525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100"/>
              <a:buNone/>
              <a:defRPr b="0" sz="2100">
                <a:solidFill>
                  <a:schemeClr val="dk2"/>
                </a:solidFill>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grpSp>
        <p:nvGrpSpPr>
          <p:cNvPr id="161" name="Google Shape;161;p30"/>
          <p:cNvGrpSpPr/>
          <p:nvPr/>
        </p:nvGrpSpPr>
        <p:grpSpPr>
          <a:xfrm>
            <a:off x="399625" y="-7525"/>
            <a:ext cx="5151000" cy="5151025"/>
            <a:chOff x="-571505" y="-7638"/>
            <a:chExt cx="5151000" cy="5151025"/>
          </a:xfrm>
        </p:grpSpPr>
        <p:sp>
          <p:nvSpPr>
            <p:cNvPr id="162" name="Google Shape;162;p30"/>
            <p:cNvSpPr/>
            <p:nvPr/>
          </p:nvSpPr>
          <p:spPr>
            <a:xfrm>
              <a:off x="-571505" y="-7638"/>
              <a:ext cx="5151000" cy="5151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V </a:t>
              </a:r>
              <a:endParaRPr/>
            </a:p>
          </p:txBody>
        </p:sp>
        <p:sp>
          <p:nvSpPr>
            <p:cNvPr id="163" name="Google Shape;163;p30"/>
            <p:cNvSpPr/>
            <p:nvPr/>
          </p:nvSpPr>
          <p:spPr>
            <a:xfrm>
              <a:off x="7621" y="-7612"/>
              <a:ext cx="2042100" cy="515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64" name="Google Shape;164;p30"/>
          <p:cNvSpPr/>
          <p:nvPr/>
        </p:nvSpPr>
        <p:spPr>
          <a:xfrm>
            <a:off x="0" y="0"/>
            <a:ext cx="1158000" cy="515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30"/>
          <p:cNvSpPr txBox="1"/>
          <p:nvPr>
            <p:ph type="title"/>
          </p:nvPr>
        </p:nvSpPr>
        <p:spPr>
          <a:xfrm>
            <a:off x="328575" y="386600"/>
            <a:ext cx="4299300" cy="16476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2"/>
              </a:buClr>
              <a:buSzPts val="6000"/>
              <a:buNone/>
              <a:defRPr sz="6000">
                <a:solidFill>
                  <a:schemeClr val="dk2"/>
                </a:solidFill>
              </a:defRPr>
            </a:lvl1pPr>
            <a:lvl2pPr lvl="1">
              <a:lnSpc>
                <a:spcPct val="80000"/>
              </a:lnSpc>
              <a:spcBef>
                <a:spcPts val="0"/>
              </a:spcBef>
              <a:spcAft>
                <a:spcPts val="0"/>
              </a:spcAft>
              <a:buSzPts val="7000"/>
              <a:buNone/>
              <a:defRPr/>
            </a:lvl2pPr>
            <a:lvl3pPr lvl="2">
              <a:lnSpc>
                <a:spcPct val="80000"/>
              </a:lnSpc>
              <a:spcBef>
                <a:spcPts val="0"/>
              </a:spcBef>
              <a:spcAft>
                <a:spcPts val="0"/>
              </a:spcAft>
              <a:buSzPts val="7000"/>
              <a:buNone/>
              <a:defRPr/>
            </a:lvl3pPr>
            <a:lvl4pPr lvl="3">
              <a:lnSpc>
                <a:spcPct val="80000"/>
              </a:lnSpc>
              <a:spcBef>
                <a:spcPts val="0"/>
              </a:spcBef>
              <a:spcAft>
                <a:spcPts val="0"/>
              </a:spcAft>
              <a:buSzPts val="7000"/>
              <a:buNone/>
              <a:defRPr/>
            </a:lvl4pPr>
            <a:lvl5pPr lvl="4">
              <a:lnSpc>
                <a:spcPct val="80000"/>
              </a:lnSpc>
              <a:spcBef>
                <a:spcPts val="0"/>
              </a:spcBef>
              <a:spcAft>
                <a:spcPts val="0"/>
              </a:spcAft>
              <a:buSzPts val="7000"/>
              <a:buNone/>
              <a:defRPr/>
            </a:lvl5pPr>
            <a:lvl6pPr lvl="5">
              <a:lnSpc>
                <a:spcPct val="80000"/>
              </a:lnSpc>
              <a:spcBef>
                <a:spcPts val="0"/>
              </a:spcBef>
              <a:spcAft>
                <a:spcPts val="0"/>
              </a:spcAft>
              <a:buSzPts val="7000"/>
              <a:buNone/>
              <a:defRPr/>
            </a:lvl6pPr>
            <a:lvl7pPr lvl="6">
              <a:lnSpc>
                <a:spcPct val="80000"/>
              </a:lnSpc>
              <a:spcBef>
                <a:spcPts val="0"/>
              </a:spcBef>
              <a:spcAft>
                <a:spcPts val="0"/>
              </a:spcAft>
              <a:buSzPts val="7000"/>
              <a:buNone/>
              <a:defRPr/>
            </a:lvl7pPr>
            <a:lvl8pPr lvl="7">
              <a:lnSpc>
                <a:spcPct val="80000"/>
              </a:lnSpc>
              <a:spcBef>
                <a:spcPts val="0"/>
              </a:spcBef>
              <a:spcAft>
                <a:spcPts val="0"/>
              </a:spcAft>
              <a:buSzPts val="7000"/>
              <a:buNone/>
              <a:defRPr/>
            </a:lvl8pPr>
            <a:lvl9pPr lvl="8">
              <a:lnSpc>
                <a:spcPct val="80000"/>
              </a:lnSpc>
              <a:spcBef>
                <a:spcPts val="0"/>
              </a:spcBef>
              <a:spcAft>
                <a:spcPts val="0"/>
              </a:spcAft>
              <a:buSzPts val="7000"/>
              <a:buNone/>
              <a:defRPr/>
            </a:lvl9pPr>
          </a:lstStyle>
          <a:p/>
        </p:txBody>
      </p:sp>
      <p:sp>
        <p:nvSpPr>
          <p:cNvPr id="166" name="Google Shape;166;p30"/>
          <p:cNvSpPr txBox="1"/>
          <p:nvPr>
            <p:ph idx="2" type="body"/>
          </p:nvPr>
        </p:nvSpPr>
        <p:spPr>
          <a:xfrm>
            <a:off x="405475" y="2095850"/>
            <a:ext cx="4369200" cy="2593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7" name="Google Shape;167;p30"/>
          <p:cNvSpPr/>
          <p:nvPr/>
        </p:nvSpPr>
        <p:spPr>
          <a:xfrm rot="10800000">
            <a:off x="7055400" y="0"/>
            <a:ext cx="2088600" cy="260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68" name="Google Shape;168;p30"/>
          <p:cNvSpPr txBox="1"/>
          <p:nvPr>
            <p:ph idx="3"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1pPr>
            <a:lvl2pPr lvl="1"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2pPr>
            <a:lvl3pPr lvl="2"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3pPr>
            <a:lvl4pPr lvl="3"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4pPr>
            <a:lvl5pPr lvl="4"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5pPr>
            <a:lvl6pPr lvl="5"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6pPr>
            <a:lvl7pPr lvl="6"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7pPr>
            <a:lvl8pPr lvl="7"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8pPr>
            <a:lvl9pPr lvl="8"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and recommendation">
  <p:cSld name="CUSTOM_4">
    <p:spTree>
      <p:nvGrpSpPr>
        <p:cNvPr id="169" name="Shape 169"/>
        <p:cNvGrpSpPr/>
        <p:nvPr/>
      </p:nvGrpSpPr>
      <p:grpSpPr>
        <a:xfrm>
          <a:off x="0" y="0"/>
          <a:ext cx="0" cy="0"/>
          <a:chOff x="0" y="0"/>
          <a:chExt cx="0" cy="0"/>
        </a:xfrm>
      </p:grpSpPr>
      <p:sp>
        <p:nvSpPr>
          <p:cNvPr id="170" name="Google Shape;170;p31"/>
          <p:cNvSpPr txBox="1"/>
          <p:nvPr>
            <p:ph idx="1" type="body"/>
          </p:nvPr>
        </p:nvSpPr>
        <p:spPr>
          <a:xfrm>
            <a:off x="5790900" y="901302"/>
            <a:ext cx="2898600" cy="1057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2"/>
              </a:buClr>
              <a:buSzPts val="1100"/>
              <a:buChar char="●"/>
              <a:defRPr sz="1100">
                <a:solidFill>
                  <a:schemeClr val="dk2"/>
                </a:solidFill>
              </a:defRPr>
            </a:lvl1pPr>
            <a:lvl2pPr indent="-298450" lvl="1" marL="914400">
              <a:spcBef>
                <a:spcPts val="0"/>
              </a:spcBef>
              <a:spcAft>
                <a:spcPts val="0"/>
              </a:spcAft>
              <a:buClr>
                <a:schemeClr val="dk2"/>
              </a:buClr>
              <a:buSzPts val="1100"/>
              <a:buChar char="○"/>
              <a:defRPr sz="1100">
                <a:solidFill>
                  <a:schemeClr val="dk2"/>
                </a:solidFill>
              </a:defRPr>
            </a:lvl2pPr>
            <a:lvl3pPr indent="-298450" lvl="2" marL="1371600">
              <a:spcBef>
                <a:spcPts val="0"/>
              </a:spcBef>
              <a:spcAft>
                <a:spcPts val="0"/>
              </a:spcAft>
              <a:buClr>
                <a:schemeClr val="dk2"/>
              </a:buClr>
              <a:buSzPts val="1100"/>
              <a:buChar char="■"/>
              <a:defRPr sz="1100">
                <a:solidFill>
                  <a:schemeClr val="dk2"/>
                </a:solidFill>
              </a:defRPr>
            </a:lvl3pPr>
            <a:lvl4pPr indent="-298450" lvl="3" marL="1828800">
              <a:spcBef>
                <a:spcPts val="0"/>
              </a:spcBef>
              <a:spcAft>
                <a:spcPts val="0"/>
              </a:spcAft>
              <a:buClr>
                <a:schemeClr val="dk2"/>
              </a:buClr>
              <a:buSzPts val="1100"/>
              <a:buChar char="●"/>
              <a:defRPr sz="1100">
                <a:solidFill>
                  <a:schemeClr val="dk2"/>
                </a:solidFill>
              </a:defRPr>
            </a:lvl4pPr>
            <a:lvl5pPr indent="-298450" lvl="4" marL="2286000">
              <a:spcBef>
                <a:spcPts val="0"/>
              </a:spcBef>
              <a:spcAft>
                <a:spcPts val="0"/>
              </a:spcAft>
              <a:buClr>
                <a:schemeClr val="dk2"/>
              </a:buClr>
              <a:buSzPts val="1100"/>
              <a:buChar char="○"/>
              <a:defRPr sz="1100">
                <a:solidFill>
                  <a:schemeClr val="dk2"/>
                </a:solidFill>
              </a:defRPr>
            </a:lvl5pPr>
            <a:lvl6pPr indent="-298450" lvl="5" marL="2743200">
              <a:spcBef>
                <a:spcPts val="0"/>
              </a:spcBef>
              <a:spcAft>
                <a:spcPts val="0"/>
              </a:spcAft>
              <a:buClr>
                <a:schemeClr val="dk2"/>
              </a:buClr>
              <a:buSzPts val="1100"/>
              <a:buChar char="■"/>
              <a:defRPr sz="1100">
                <a:solidFill>
                  <a:schemeClr val="dk2"/>
                </a:solidFill>
              </a:defRPr>
            </a:lvl6pPr>
            <a:lvl7pPr indent="-298450" lvl="6" marL="3200400">
              <a:spcBef>
                <a:spcPts val="0"/>
              </a:spcBef>
              <a:spcAft>
                <a:spcPts val="0"/>
              </a:spcAft>
              <a:buClr>
                <a:schemeClr val="dk2"/>
              </a:buClr>
              <a:buSzPts val="1100"/>
              <a:buChar char="●"/>
              <a:defRPr sz="1100">
                <a:solidFill>
                  <a:schemeClr val="dk2"/>
                </a:solidFill>
              </a:defRPr>
            </a:lvl7pPr>
            <a:lvl8pPr indent="-298450" lvl="7" marL="3657600">
              <a:spcBef>
                <a:spcPts val="0"/>
              </a:spcBef>
              <a:spcAft>
                <a:spcPts val="0"/>
              </a:spcAft>
              <a:buClr>
                <a:schemeClr val="dk2"/>
              </a:buClr>
              <a:buSzPts val="1100"/>
              <a:buChar char="○"/>
              <a:defRPr sz="1100">
                <a:solidFill>
                  <a:schemeClr val="dk2"/>
                </a:solidFill>
              </a:defRPr>
            </a:lvl8pPr>
            <a:lvl9pPr indent="-298450" lvl="8" marL="4114800">
              <a:spcBef>
                <a:spcPts val="0"/>
              </a:spcBef>
              <a:spcAft>
                <a:spcPts val="0"/>
              </a:spcAft>
              <a:buClr>
                <a:schemeClr val="dk2"/>
              </a:buClr>
              <a:buSzPts val="1100"/>
              <a:buChar char="■"/>
              <a:defRPr sz="1100">
                <a:solidFill>
                  <a:schemeClr val="dk2"/>
                </a:solidFill>
              </a:defRPr>
            </a:lvl9pPr>
          </a:lstStyle>
          <a:p/>
        </p:txBody>
      </p:sp>
      <p:sp>
        <p:nvSpPr>
          <p:cNvPr id="171" name="Google Shape;171;p31"/>
          <p:cNvSpPr/>
          <p:nvPr/>
        </p:nvSpPr>
        <p:spPr>
          <a:xfrm rot="5400000">
            <a:off x="959400" y="1178525"/>
            <a:ext cx="2997600" cy="49323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31"/>
          <p:cNvSpPr txBox="1"/>
          <p:nvPr>
            <p:ph idx="2" type="body"/>
          </p:nvPr>
        </p:nvSpPr>
        <p:spPr>
          <a:xfrm>
            <a:off x="328575" y="2683841"/>
            <a:ext cx="3949800" cy="2292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1pPr>
            <a:lvl2pPr indent="-342900" lvl="1" marL="9144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2pPr>
            <a:lvl3pPr indent="-342900" lvl="2" marL="13716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3pPr>
            <a:lvl4pPr indent="-342900" lvl="3" marL="18288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4pPr>
            <a:lvl5pPr indent="-342900" lvl="4" marL="22860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5pPr>
            <a:lvl6pPr indent="-342900" lvl="5" marL="27432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6pPr>
            <a:lvl7pPr indent="-342900" lvl="6" marL="32004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7pPr>
            <a:lvl8pPr indent="-342900" lvl="7" marL="36576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8pPr>
            <a:lvl9pPr indent="-342900" lvl="8" marL="41148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9pPr>
          </a:lstStyle>
          <a:p/>
        </p:txBody>
      </p:sp>
      <p:sp>
        <p:nvSpPr>
          <p:cNvPr id="173" name="Google Shape;173;p31"/>
          <p:cNvSpPr txBox="1"/>
          <p:nvPr>
            <p:ph idx="3" type="body"/>
          </p:nvPr>
        </p:nvSpPr>
        <p:spPr>
          <a:xfrm>
            <a:off x="4974775" y="2683841"/>
            <a:ext cx="3949800" cy="2292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1pPr>
            <a:lvl2pPr indent="-342900" lvl="1" marL="9144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2pPr>
            <a:lvl3pPr indent="-342900" lvl="2" marL="13716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3pPr>
            <a:lvl4pPr indent="-342900" lvl="3" marL="18288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4pPr>
            <a:lvl5pPr indent="-342900" lvl="4" marL="22860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5pPr>
            <a:lvl6pPr indent="-342900" lvl="5" marL="27432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6pPr>
            <a:lvl7pPr indent="-342900" lvl="6" marL="32004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7pPr>
            <a:lvl8pPr indent="-342900" lvl="7" marL="36576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8pPr>
            <a:lvl9pPr indent="-342900" lvl="8" marL="4114800">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9pPr>
          </a:lstStyle>
          <a:p/>
        </p:txBody>
      </p:sp>
      <p:sp>
        <p:nvSpPr>
          <p:cNvPr id="174" name="Google Shape;174;p31"/>
          <p:cNvSpPr txBox="1"/>
          <p:nvPr>
            <p:ph idx="4" type="body"/>
          </p:nvPr>
        </p:nvSpPr>
        <p:spPr>
          <a:xfrm>
            <a:off x="247200" y="949525"/>
            <a:ext cx="5548200" cy="856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5" name="Google Shape;175;p31"/>
          <p:cNvSpPr/>
          <p:nvPr/>
        </p:nvSpPr>
        <p:spPr>
          <a:xfrm rot="10800000">
            <a:off x="7055400" y="0"/>
            <a:ext cx="2088600" cy="260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74B2E"/>
              </a:solidFill>
            </a:endParaRPr>
          </a:p>
        </p:txBody>
      </p:sp>
      <p:sp>
        <p:nvSpPr>
          <p:cNvPr id="176" name="Google Shape;176;p31"/>
          <p:cNvSpPr txBox="1"/>
          <p:nvPr>
            <p:ph idx="5" type="subTitle"/>
          </p:nvPr>
        </p:nvSpPr>
        <p:spPr>
          <a:xfrm>
            <a:off x="7055300" y="0"/>
            <a:ext cx="2088600" cy="26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1pPr>
            <a:lvl2pPr lvl="1"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2pPr>
            <a:lvl3pPr lvl="2"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3pPr>
            <a:lvl4pPr lvl="3"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4pPr>
            <a:lvl5pPr lvl="4"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5pPr>
            <a:lvl6pPr lvl="5"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6pPr>
            <a:lvl7pPr lvl="6"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7pPr>
            <a:lvl8pPr lvl="7"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8pPr>
            <a:lvl9pPr lvl="8" algn="ctr">
              <a:spcBef>
                <a:spcPts val="0"/>
              </a:spcBef>
              <a:spcAft>
                <a:spcPts val="0"/>
              </a:spcAft>
              <a:buClr>
                <a:schemeClr val="dk2"/>
              </a:buClr>
              <a:buSzPts val="800"/>
              <a:buFont typeface="Taviraj Light"/>
              <a:buNone/>
              <a:defRPr b="0" sz="800">
                <a:solidFill>
                  <a:schemeClr val="dk2"/>
                </a:solidFill>
                <a:latin typeface="Taviraj Light"/>
                <a:ea typeface="Taviraj Light"/>
                <a:cs typeface="Taviraj Light"/>
                <a:sym typeface="Taviraj Light"/>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USTOM_5">
    <p:spTree>
      <p:nvGrpSpPr>
        <p:cNvPr id="177" name="Shape 177"/>
        <p:cNvGrpSpPr/>
        <p:nvPr/>
      </p:nvGrpSpPr>
      <p:grpSpPr>
        <a:xfrm>
          <a:off x="0" y="0"/>
          <a:ext cx="0" cy="0"/>
          <a:chOff x="0" y="0"/>
          <a:chExt cx="0" cy="0"/>
        </a:xfrm>
      </p:grpSpPr>
      <p:sp>
        <p:nvSpPr>
          <p:cNvPr id="178" name="Google Shape;178;p32"/>
          <p:cNvSpPr txBox="1"/>
          <p:nvPr>
            <p:ph idx="1" type="body"/>
          </p:nvPr>
        </p:nvSpPr>
        <p:spPr>
          <a:xfrm>
            <a:off x="4481818" y="1843625"/>
            <a:ext cx="4094100" cy="2399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2"/>
              </a:buClr>
              <a:buSzPts val="1400"/>
              <a:buChar char="●"/>
              <a:defRPr>
                <a:solidFill>
                  <a:schemeClr val="dk2"/>
                </a:solidFill>
              </a:defRPr>
            </a:lvl1pPr>
            <a:lvl2pPr indent="-317500" lvl="1" marL="914400">
              <a:spcBef>
                <a:spcPts val="0"/>
              </a:spcBef>
              <a:spcAft>
                <a:spcPts val="0"/>
              </a:spcAft>
              <a:buClr>
                <a:schemeClr val="dk2"/>
              </a:buClr>
              <a:buSzPts val="1400"/>
              <a:buChar char="○"/>
              <a:defRPr>
                <a:solidFill>
                  <a:schemeClr val="dk2"/>
                </a:solidFill>
              </a:defRPr>
            </a:lvl2pPr>
            <a:lvl3pPr indent="-317500" lvl="2" marL="1371600">
              <a:spcBef>
                <a:spcPts val="0"/>
              </a:spcBef>
              <a:spcAft>
                <a:spcPts val="0"/>
              </a:spcAft>
              <a:buClr>
                <a:schemeClr val="dk2"/>
              </a:buClr>
              <a:buSzPts val="1400"/>
              <a:buChar char="■"/>
              <a:defRPr>
                <a:solidFill>
                  <a:schemeClr val="dk2"/>
                </a:solidFill>
              </a:defRPr>
            </a:lvl3pPr>
            <a:lvl4pPr indent="-317500" lvl="3" marL="1828800">
              <a:spcBef>
                <a:spcPts val="0"/>
              </a:spcBef>
              <a:spcAft>
                <a:spcPts val="0"/>
              </a:spcAft>
              <a:buClr>
                <a:schemeClr val="dk2"/>
              </a:buClr>
              <a:buSzPts val="1400"/>
              <a:buChar char="●"/>
              <a:defRPr>
                <a:solidFill>
                  <a:schemeClr val="dk2"/>
                </a:solidFill>
              </a:defRPr>
            </a:lvl4pPr>
            <a:lvl5pPr indent="-317500" lvl="4" marL="2286000">
              <a:spcBef>
                <a:spcPts val="0"/>
              </a:spcBef>
              <a:spcAft>
                <a:spcPts val="0"/>
              </a:spcAft>
              <a:buClr>
                <a:schemeClr val="dk2"/>
              </a:buClr>
              <a:buSzPts val="1400"/>
              <a:buChar char="○"/>
              <a:defRPr>
                <a:solidFill>
                  <a:schemeClr val="dk2"/>
                </a:solidFill>
              </a:defRPr>
            </a:lvl5pPr>
            <a:lvl6pPr indent="-317500" lvl="5" marL="2743200">
              <a:spcBef>
                <a:spcPts val="0"/>
              </a:spcBef>
              <a:spcAft>
                <a:spcPts val="0"/>
              </a:spcAft>
              <a:buClr>
                <a:schemeClr val="dk2"/>
              </a:buClr>
              <a:buSzPts val="1400"/>
              <a:buChar char="■"/>
              <a:defRPr>
                <a:solidFill>
                  <a:schemeClr val="dk2"/>
                </a:solidFill>
              </a:defRPr>
            </a:lvl6pPr>
            <a:lvl7pPr indent="-317500" lvl="6" marL="3200400">
              <a:spcBef>
                <a:spcPts val="0"/>
              </a:spcBef>
              <a:spcAft>
                <a:spcPts val="0"/>
              </a:spcAft>
              <a:buClr>
                <a:schemeClr val="dk2"/>
              </a:buClr>
              <a:buSzPts val="1400"/>
              <a:buChar char="●"/>
              <a:defRPr>
                <a:solidFill>
                  <a:schemeClr val="dk2"/>
                </a:solidFill>
              </a:defRPr>
            </a:lvl7pPr>
            <a:lvl8pPr indent="-317500" lvl="7" marL="3657600">
              <a:spcBef>
                <a:spcPts val="0"/>
              </a:spcBef>
              <a:spcAft>
                <a:spcPts val="0"/>
              </a:spcAft>
              <a:buClr>
                <a:schemeClr val="dk2"/>
              </a:buClr>
              <a:buSzPts val="1400"/>
              <a:buChar char="○"/>
              <a:defRPr>
                <a:solidFill>
                  <a:schemeClr val="dk2"/>
                </a:solidFill>
              </a:defRPr>
            </a:lvl8pPr>
            <a:lvl9pPr indent="-317500" lvl="8" marL="4114800">
              <a:spcBef>
                <a:spcPts val="0"/>
              </a:spcBef>
              <a:spcAft>
                <a:spcPts val="0"/>
              </a:spcAft>
              <a:buClr>
                <a:schemeClr val="dk2"/>
              </a:buClr>
              <a:buSzPts val="1400"/>
              <a:buChar char="■"/>
              <a:defRPr>
                <a:solidFill>
                  <a:schemeClr val="dk2"/>
                </a:solidFill>
              </a:defRPr>
            </a:lvl9pPr>
          </a:lstStyle>
          <a:p/>
        </p:txBody>
      </p:sp>
      <p:sp>
        <p:nvSpPr>
          <p:cNvPr id="179" name="Google Shape;179;p32"/>
          <p:cNvSpPr txBox="1"/>
          <p:nvPr>
            <p:ph idx="2" type="body"/>
          </p:nvPr>
        </p:nvSpPr>
        <p:spPr>
          <a:xfrm>
            <a:off x="261175" y="1843625"/>
            <a:ext cx="4094100" cy="2399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0" name="Google Shape;180;p32"/>
          <p:cNvSpPr txBox="1"/>
          <p:nvPr>
            <p:ph type="title"/>
          </p:nvPr>
        </p:nvSpPr>
        <p:spPr>
          <a:xfrm>
            <a:off x="190138" y="316672"/>
            <a:ext cx="50475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7000"/>
              <a:buNone/>
              <a:defRPr>
                <a:solidFill>
                  <a:schemeClr val="dk2"/>
                </a:solidFill>
              </a:defRPr>
            </a:lvl2pPr>
            <a:lvl3pPr lvl="2">
              <a:spcBef>
                <a:spcPts val="0"/>
              </a:spcBef>
              <a:spcAft>
                <a:spcPts val="0"/>
              </a:spcAft>
              <a:buClr>
                <a:schemeClr val="dk2"/>
              </a:buClr>
              <a:buSzPts val="7000"/>
              <a:buNone/>
              <a:defRPr>
                <a:solidFill>
                  <a:schemeClr val="dk2"/>
                </a:solidFill>
              </a:defRPr>
            </a:lvl3pPr>
            <a:lvl4pPr lvl="3">
              <a:spcBef>
                <a:spcPts val="0"/>
              </a:spcBef>
              <a:spcAft>
                <a:spcPts val="0"/>
              </a:spcAft>
              <a:buClr>
                <a:schemeClr val="dk2"/>
              </a:buClr>
              <a:buSzPts val="7000"/>
              <a:buNone/>
              <a:defRPr>
                <a:solidFill>
                  <a:schemeClr val="dk2"/>
                </a:solidFill>
              </a:defRPr>
            </a:lvl4pPr>
            <a:lvl5pPr lvl="4">
              <a:spcBef>
                <a:spcPts val="0"/>
              </a:spcBef>
              <a:spcAft>
                <a:spcPts val="0"/>
              </a:spcAft>
              <a:buClr>
                <a:schemeClr val="dk2"/>
              </a:buClr>
              <a:buSzPts val="7000"/>
              <a:buNone/>
              <a:defRPr>
                <a:solidFill>
                  <a:schemeClr val="dk2"/>
                </a:solidFill>
              </a:defRPr>
            </a:lvl5pPr>
            <a:lvl6pPr lvl="5">
              <a:spcBef>
                <a:spcPts val="0"/>
              </a:spcBef>
              <a:spcAft>
                <a:spcPts val="0"/>
              </a:spcAft>
              <a:buClr>
                <a:schemeClr val="dk2"/>
              </a:buClr>
              <a:buSzPts val="7000"/>
              <a:buNone/>
              <a:defRPr>
                <a:solidFill>
                  <a:schemeClr val="dk2"/>
                </a:solidFill>
              </a:defRPr>
            </a:lvl6pPr>
            <a:lvl7pPr lvl="6">
              <a:spcBef>
                <a:spcPts val="0"/>
              </a:spcBef>
              <a:spcAft>
                <a:spcPts val="0"/>
              </a:spcAft>
              <a:buClr>
                <a:schemeClr val="dk2"/>
              </a:buClr>
              <a:buSzPts val="7000"/>
              <a:buNone/>
              <a:defRPr>
                <a:solidFill>
                  <a:schemeClr val="dk2"/>
                </a:solidFill>
              </a:defRPr>
            </a:lvl7pPr>
            <a:lvl8pPr lvl="7">
              <a:spcBef>
                <a:spcPts val="0"/>
              </a:spcBef>
              <a:spcAft>
                <a:spcPts val="0"/>
              </a:spcAft>
              <a:buClr>
                <a:schemeClr val="dk2"/>
              </a:buClr>
              <a:buSzPts val="7000"/>
              <a:buNone/>
              <a:defRPr>
                <a:solidFill>
                  <a:schemeClr val="dk2"/>
                </a:solidFill>
              </a:defRPr>
            </a:lvl8pPr>
            <a:lvl9pPr lvl="8">
              <a:spcBef>
                <a:spcPts val="0"/>
              </a:spcBef>
              <a:spcAft>
                <a:spcPts val="0"/>
              </a:spcAft>
              <a:buClr>
                <a:schemeClr val="dk2"/>
              </a:buClr>
              <a:buSzPts val="7000"/>
              <a:buNone/>
              <a:defRPr>
                <a:solidFill>
                  <a:schemeClr val="dk2"/>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over" type="blank">
  <p:cSld name="BLANK">
    <p:spTree>
      <p:nvGrpSpPr>
        <p:cNvPr id="181" name="Shape 181"/>
        <p:cNvGrpSpPr/>
        <p:nvPr/>
      </p:nvGrpSpPr>
      <p:grpSpPr>
        <a:xfrm>
          <a:off x="0" y="0"/>
          <a:ext cx="0" cy="0"/>
          <a:chOff x="0" y="0"/>
          <a:chExt cx="0" cy="0"/>
        </a:xfrm>
      </p:grpSpPr>
      <p:sp>
        <p:nvSpPr>
          <p:cNvPr id="182" name="Google Shape;182;p33"/>
          <p:cNvSpPr/>
          <p:nvPr/>
        </p:nvSpPr>
        <p:spPr>
          <a:xfrm rot="5400000">
            <a:off x="1990050" y="-2004000"/>
            <a:ext cx="5163900" cy="9151500"/>
          </a:xfrm>
          <a:prstGeom prst="round2SameRect">
            <a:avLst>
              <a:gd fmla="val 49515"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33"/>
          <p:cNvSpPr txBox="1"/>
          <p:nvPr>
            <p:ph type="title"/>
          </p:nvPr>
        </p:nvSpPr>
        <p:spPr>
          <a:xfrm>
            <a:off x="2055300" y="1969309"/>
            <a:ext cx="5033400" cy="10458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7000"/>
              <a:buNone/>
              <a:defRPr>
                <a:solidFill>
                  <a:schemeClr val="lt1"/>
                </a:solidFill>
              </a:defRPr>
            </a:lvl1pPr>
            <a:lvl2pPr lvl="1" algn="ctr">
              <a:spcBef>
                <a:spcPts val="0"/>
              </a:spcBef>
              <a:spcAft>
                <a:spcPts val="0"/>
              </a:spcAft>
              <a:buClr>
                <a:schemeClr val="lt1"/>
              </a:buClr>
              <a:buSzPts val="7000"/>
              <a:buNone/>
              <a:defRPr>
                <a:solidFill>
                  <a:schemeClr val="lt1"/>
                </a:solidFill>
              </a:defRPr>
            </a:lvl2pPr>
            <a:lvl3pPr lvl="2" algn="ctr">
              <a:spcBef>
                <a:spcPts val="0"/>
              </a:spcBef>
              <a:spcAft>
                <a:spcPts val="0"/>
              </a:spcAft>
              <a:buClr>
                <a:schemeClr val="lt1"/>
              </a:buClr>
              <a:buSzPts val="7000"/>
              <a:buNone/>
              <a:defRPr>
                <a:solidFill>
                  <a:schemeClr val="lt1"/>
                </a:solidFill>
              </a:defRPr>
            </a:lvl3pPr>
            <a:lvl4pPr lvl="3" algn="ctr">
              <a:spcBef>
                <a:spcPts val="0"/>
              </a:spcBef>
              <a:spcAft>
                <a:spcPts val="0"/>
              </a:spcAft>
              <a:buClr>
                <a:schemeClr val="lt1"/>
              </a:buClr>
              <a:buSzPts val="7000"/>
              <a:buNone/>
              <a:defRPr>
                <a:solidFill>
                  <a:schemeClr val="lt1"/>
                </a:solidFill>
              </a:defRPr>
            </a:lvl4pPr>
            <a:lvl5pPr lvl="4" algn="ctr">
              <a:spcBef>
                <a:spcPts val="0"/>
              </a:spcBef>
              <a:spcAft>
                <a:spcPts val="0"/>
              </a:spcAft>
              <a:buClr>
                <a:schemeClr val="lt1"/>
              </a:buClr>
              <a:buSzPts val="7000"/>
              <a:buNone/>
              <a:defRPr>
                <a:solidFill>
                  <a:schemeClr val="lt1"/>
                </a:solidFill>
              </a:defRPr>
            </a:lvl5pPr>
            <a:lvl6pPr lvl="5" algn="ctr">
              <a:spcBef>
                <a:spcPts val="0"/>
              </a:spcBef>
              <a:spcAft>
                <a:spcPts val="0"/>
              </a:spcAft>
              <a:buClr>
                <a:schemeClr val="lt1"/>
              </a:buClr>
              <a:buSzPts val="7000"/>
              <a:buNone/>
              <a:defRPr>
                <a:solidFill>
                  <a:schemeClr val="lt1"/>
                </a:solidFill>
              </a:defRPr>
            </a:lvl6pPr>
            <a:lvl7pPr lvl="6" algn="ctr">
              <a:spcBef>
                <a:spcPts val="0"/>
              </a:spcBef>
              <a:spcAft>
                <a:spcPts val="0"/>
              </a:spcAft>
              <a:buClr>
                <a:schemeClr val="lt1"/>
              </a:buClr>
              <a:buSzPts val="7000"/>
              <a:buNone/>
              <a:defRPr>
                <a:solidFill>
                  <a:schemeClr val="lt1"/>
                </a:solidFill>
              </a:defRPr>
            </a:lvl7pPr>
            <a:lvl8pPr lvl="7" algn="ctr">
              <a:spcBef>
                <a:spcPts val="0"/>
              </a:spcBef>
              <a:spcAft>
                <a:spcPts val="0"/>
              </a:spcAft>
              <a:buClr>
                <a:schemeClr val="lt1"/>
              </a:buClr>
              <a:buSzPts val="7000"/>
              <a:buNone/>
              <a:defRPr>
                <a:solidFill>
                  <a:schemeClr val="lt1"/>
                </a:solidFill>
              </a:defRPr>
            </a:lvl8pPr>
            <a:lvl9pPr lvl="8" algn="ctr">
              <a:spcBef>
                <a:spcPts val="0"/>
              </a:spcBef>
              <a:spcAft>
                <a:spcPts val="0"/>
              </a:spcAft>
              <a:buClr>
                <a:schemeClr val="lt1"/>
              </a:buClr>
              <a:buSzPts val="7000"/>
              <a:buNone/>
              <a:defRPr>
                <a:solidFill>
                  <a:schemeClr val="l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8">
    <p:spTree>
      <p:nvGrpSpPr>
        <p:cNvPr id="184" name="Shape 184"/>
        <p:cNvGrpSpPr/>
        <p:nvPr/>
      </p:nvGrpSpPr>
      <p:grpSpPr>
        <a:xfrm>
          <a:off x="0" y="0"/>
          <a:ext cx="0" cy="0"/>
          <a:chOff x="0" y="0"/>
          <a:chExt cx="0" cy="0"/>
        </a:xfrm>
      </p:grpSpPr>
      <p:sp>
        <p:nvSpPr>
          <p:cNvPr id="185" name="Google Shape;185;p34"/>
          <p:cNvSpPr txBox="1"/>
          <p:nvPr>
            <p:ph idx="1" type="subTitle"/>
          </p:nvPr>
        </p:nvSpPr>
        <p:spPr>
          <a:xfrm>
            <a:off x="323400" y="3221075"/>
            <a:ext cx="6572700" cy="6840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186" name="Google Shape;186;p34"/>
          <p:cNvSpPr txBox="1"/>
          <p:nvPr>
            <p:ph type="title"/>
          </p:nvPr>
        </p:nvSpPr>
        <p:spPr>
          <a:xfrm>
            <a:off x="435475" y="909575"/>
            <a:ext cx="8044500" cy="158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None/>
              <a:defRPr sz="6000">
                <a:solidFill>
                  <a:schemeClr val="dk2"/>
                </a:solidFill>
              </a:defRPr>
            </a:lvl1pPr>
            <a:lvl2pPr lvl="1">
              <a:spcBef>
                <a:spcPts val="0"/>
              </a:spcBef>
              <a:spcAft>
                <a:spcPts val="0"/>
              </a:spcAft>
              <a:buClr>
                <a:schemeClr val="dk2"/>
              </a:buClr>
              <a:buSzPts val="6000"/>
              <a:buNone/>
              <a:defRPr sz="6000">
                <a:solidFill>
                  <a:schemeClr val="dk2"/>
                </a:solidFill>
              </a:defRPr>
            </a:lvl2pPr>
            <a:lvl3pPr lvl="2">
              <a:spcBef>
                <a:spcPts val="0"/>
              </a:spcBef>
              <a:spcAft>
                <a:spcPts val="0"/>
              </a:spcAft>
              <a:buClr>
                <a:schemeClr val="dk2"/>
              </a:buClr>
              <a:buSzPts val="6000"/>
              <a:buNone/>
              <a:defRPr sz="6000">
                <a:solidFill>
                  <a:schemeClr val="dk2"/>
                </a:solidFill>
              </a:defRPr>
            </a:lvl3pPr>
            <a:lvl4pPr lvl="3">
              <a:spcBef>
                <a:spcPts val="0"/>
              </a:spcBef>
              <a:spcAft>
                <a:spcPts val="0"/>
              </a:spcAft>
              <a:buClr>
                <a:schemeClr val="dk2"/>
              </a:buClr>
              <a:buSzPts val="6000"/>
              <a:buNone/>
              <a:defRPr sz="6000">
                <a:solidFill>
                  <a:schemeClr val="dk2"/>
                </a:solidFill>
              </a:defRPr>
            </a:lvl4pPr>
            <a:lvl5pPr lvl="4">
              <a:spcBef>
                <a:spcPts val="0"/>
              </a:spcBef>
              <a:spcAft>
                <a:spcPts val="0"/>
              </a:spcAft>
              <a:buClr>
                <a:schemeClr val="dk2"/>
              </a:buClr>
              <a:buSzPts val="6000"/>
              <a:buNone/>
              <a:defRPr sz="6000">
                <a:solidFill>
                  <a:schemeClr val="dk2"/>
                </a:solidFill>
              </a:defRPr>
            </a:lvl5pPr>
            <a:lvl6pPr lvl="5">
              <a:spcBef>
                <a:spcPts val="0"/>
              </a:spcBef>
              <a:spcAft>
                <a:spcPts val="0"/>
              </a:spcAft>
              <a:buClr>
                <a:schemeClr val="dk2"/>
              </a:buClr>
              <a:buSzPts val="6000"/>
              <a:buNone/>
              <a:defRPr sz="6000">
                <a:solidFill>
                  <a:schemeClr val="dk2"/>
                </a:solidFill>
              </a:defRPr>
            </a:lvl6pPr>
            <a:lvl7pPr lvl="6">
              <a:spcBef>
                <a:spcPts val="0"/>
              </a:spcBef>
              <a:spcAft>
                <a:spcPts val="0"/>
              </a:spcAft>
              <a:buClr>
                <a:schemeClr val="dk2"/>
              </a:buClr>
              <a:buSzPts val="6000"/>
              <a:buNone/>
              <a:defRPr sz="6000">
                <a:solidFill>
                  <a:schemeClr val="dk2"/>
                </a:solidFill>
              </a:defRPr>
            </a:lvl7pPr>
            <a:lvl8pPr lvl="7">
              <a:spcBef>
                <a:spcPts val="0"/>
              </a:spcBef>
              <a:spcAft>
                <a:spcPts val="0"/>
              </a:spcAft>
              <a:buClr>
                <a:schemeClr val="dk2"/>
              </a:buClr>
              <a:buSzPts val="6000"/>
              <a:buNone/>
              <a:defRPr sz="6000">
                <a:solidFill>
                  <a:schemeClr val="dk2"/>
                </a:solidFill>
              </a:defRPr>
            </a:lvl8pPr>
            <a:lvl9pPr lvl="8">
              <a:spcBef>
                <a:spcPts val="0"/>
              </a:spcBef>
              <a:spcAft>
                <a:spcPts val="0"/>
              </a:spcAft>
              <a:buClr>
                <a:schemeClr val="dk2"/>
              </a:buClr>
              <a:buSzPts val="6000"/>
              <a:buNone/>
              <a:defRPr sz="6000">
                <a:solidFill>
                  <a:schemeClr val="dk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2">
    <p:spTree>
      <p:nvGrpSpPr>
        <p:cNvPr id="187" name="Shape 187"/>
        <p:cNvGrpSpPr/>
        <p:nvPr/>
      </p:nvGrpSpPr>
      <p:grpSpPr>
        <a:xfrm>
          <a:off x="0" y="0"/>
          <a:ext cx="0" cy="0"/>
          <a:chOff x="0" y="0"/>
          <a:chExt cx="0" cy="0"/>
        </a:xfrm>
      </p:grpSpPr>
      <p:sp>
        <p:nvSpPr>
          <p:cNvPr id="188" name="Google Shape;188;p35"/>
          <p:cNvSpPr txBox="1"/>
          <p:nvPr>
            <p:ph idx="1" type="body"/>
          </p:nvPr>
        </p:nvSpPr>
        <p:spPr>
          <a:xfrm>
            <a:off x="190138" y="1843625"/>
            <a:ext cx="4094100" cy="2399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9" name="Google Shape;189;p35"/>
          <p:cNvSpPr txBox="1"/>
          <p:nvPr>
            <p:ph type="title"/>
          </p:nvPr>
        </p:nvSpPr>
        <p:spPr>
          <a:xfrm>
            <a:off x="190138" y="316672"/>
            <a:ext cx="50475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7">
    <p:bg>
      <p:bgPr>
        <a:solidFill>
          <a:schemeClr val="dk2"/>
        </a:solidFill>
      </p:bgPr>
    </p:bg>
    <p:spTree>
      <p:nvGrpSpPr>
        <p:cNvPr id="190" name="Shape 190"/>
        <p:cNvGrpSpPr/>
        <p:nvPr/>
      </p:nvGrpSpPr>
      <p:grpSpPr>
        <a:xfrm>
          <a:off x="0" y="0"/>
          <a:ext cx="0" cy="0"/>
          <a:chOff x="0" y="0"/>
          <a:chExt cx="0" cy="0"/>
        </a:xfrm>
      </p:grpSpPr>
      <p:sp>
        <p:nvSpPr>
          <p:cNvPr id="191" name="Google Shape;191;p36"/>
          <p:cNvSpPr/>
          <p:nvPr/>
        </p:nvSpPr>
        <p:spPr>
          <a:xfrm rot="5400000">
            <a:off x="1990050" y="-2004000"/>
            <a:ext cx="5163900" cy="9151500"/>
          </a:xfrm>
          <a:prstGeom prst="round2SameRect">
            <a:avLst>
              <a:gd fmla="val 49515"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36"/>
          <p:cNvSpPr txBox="1"/>
          <p:nvPr>
            <p:ph type="title"/>
          </p:nvPr>
        </p:nvSpPr>
        <p:spPr>
          <a:xfrm>
            <a:off x="567500" y="1969309"/>
            <a:ext cx="5033400" cy="1045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7000"/>
              <a:buNone/>
              <a:defRPr>
                <a:solidFill>
                  <a:schemeClr val="lt1"/>
                </a:solidFill>
              </a:defRPr>
            </a:lvl1pPr>
            <a:lvl2pPr lvl="1">
              <a:spcBef>
                <a:spcPts val="0"/>
              </a:spcBef>
              <a:spcAft>
                <a:spcPts val="0"/>
              </a:spcAft>
              <a:buClr>
                <a:schemeClr val="lt1"/>
              </a:buClr>
              <a:buSzPts val="7000"/>
              <a:buNone/>
              <a:defRPr>
                <a:solidFill>
                  <a:schemeClr val="lt1"/>
                </a:solidFill>
              </a:defRPr>
            </a:lvl2pPr>
            <a:lvl3pPr lvl="2">
              <a:spcBef>
                <a:spcPts val="0"/>
              </a:spcBef>
              <a:spcAft>
                <a:spcPts val="0"/>
              </a:spcAft>
              <a:buClr>
                <a:schemeClr val="lt1"/>
              </a:buClr>
              <a:buSzPts val="7000"/>
              <a:buNone/>
              <a:defRPr>
                <a:solidFill>
                  <a:schemeClr val="lt1"/>
                </a:solidFill>
              </a:defRPr>
            </a:lvl3pPr>
            <a:lvl4pPr lvl="3">
              <a:spcBef>
                <a:spcPts val="0"/>
              </a:spcBef>
              <a:spcAft>
                <a:spcPts val="0"/>
              </a:spcAft>
              <a:buClr>
                <a:schemeClr val="lt1"/>
              </a:buClr>
              <a:buSzPts val="7000"/>
              <a:buNone/>
              <a:defRPr>
                <a:solidFill>
                  <a:schemeClr val="lt1"/>
                </a:solidFill>
              </a:defRPr>
            </a:lvl4pPr>
            <a:lvl5pPr lvl="4">
              <a:spcBef>
                <a:spcPts val="0"/>
              </a:spcBef>
              <a:spcAft>
                <a:spcPts val="0"/>
              </a:spcAft>
              <a:buClr>
                <a:schemeClr val="lt1"/>
              </a:buClr>
              <a:buSzPts val="7000"/>
              <a:buNone/>
              <a:defRPr>
                <a:solidFill>
                  <a:schemeClr val="lt1"/>
                </a:solidFill>
              </a:defRPr>
            </a:lvl5pPr>
            <a:lvl6pPr lvl="5">
              <a:spcBef>
                <a:spcPts val="0"/>
              </a:spcBef>
              <a:spcAft>
                <a:spcPts val="0"/>
              </a:spcAft>
              <a:buClr>
                <a:schemeClr val="lt1"/>
              </a:buClr>
              <a:buSzPts val="7000"/>
              <a:buNone/>
              <a:defRPr>
                <a:solidFill>
                  <a:schemeClr val="lt1"/>
                </a:solidFill>
              </a:defRPr>
            </a:lvl6pPr>
            <a:lvl7pPr lvl="6">
              <a:spcBef>
                <a:spcPts val="0"/>
              </a:spcBef>
              <a:spcAft>
                <a:spcPts val="0"/>
              </a:spcAft>
              <a:buClr>
                <a:schemeClr val="lt1"/>
              </a:buClr>
              <a:buSzPts val="7000"/>
              <a:buNone/>
              <a:defRPr>
                <a:solidFill>
                  <a:schemeClr val="lt1"/>
                </a:solidFill>
              </a:defRPr>
            </a:lvl7pPr>
            <a:lvl8pPr lvl="7">
              <a:spcBef>
                <a:spcPts val="0"/>
              </a:spcBef>
              <a:spcAft>
                <a:spcPts val="0"/>
              </a:spcAft>
              <a:buClr>
                <a:schemeClr val="lt1"/>
              </a:buClr>
              <a:buSzPts val="7000"/>
              <a:buNone/>
              <a:defRPr>
                <a:solidFill>
                  <a:schemeClr val="lt1"/>
                </a:solidFill>
              </a:defRPr>
            </a:lvl8pPr>
            <a:lvl9pPr lvl="8">
              <a:spcBef>
                <a:spcPts val="0"/>
              </a:spcBef>
              <a:spcAft>
                <a:spcPts val="0"/>
              </a:spcAft>
              <a:buClr>
                <a:schemeClr val="lt1"/>
              </a:buClr>
              <a:buSzPts val="7000"/>
              <a:buNone/>
              <a:defRPr>
                <a:solidFill>
                  <a:schemeClr val="l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9">
    <p:spTree>
      <p:nvGrpSpPr>
        <p:cNvPr id="193" name="Shape 193"/>
        <p:cNvGrpSpPr/>
        <p:nvPr/>
      </p:nvGrpSpPr>
      <p:grpSpPr>
        <a:xfrm>
          <a:off x="0" y="0"/>
          <a:ext cx="0" cy="0"/>
          <a:chOff x="0" y="0"/>
          <a:chExt cx="0" cy="0"/>
        </a:xfrm>
      </p:grpSpPr>
      <p:sp>
        <p:nvSpPr>
          <p:cNvPr id="194" name="Google Shape;194;p37"/>
          <p:cNvSpPr txBox="1"/>
          <p:nvPr>
            <p:ph idx="1" type="body"/>
          </p:nvPr>
        </p:nvSpPr>
        <p:spPr>
          <a:xfrm>
            <a:off x="190138" y="1843625"/>
            <a:ext cx="4094100" cy="2399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5" name="Google Shape;195;p37"/>
          <p:cNvSpPr txBox="1"/>
          <p:nvPr>
            <p:ph type="title"/>
          </p:nvPr>
        </p:nvSpPr>
        <p:spPr>
          <a:xfrm>
            <a:off x="190138" y="316672"/>
            <a:ext cx="50475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196" name="Google Shape;196;p37"/>
          <p:cNvSpPr txBox="1"/>
          <p:nvPr>
            <p:ph idx="2" type="body"/>
          </p:nvPr>
        </p:nvSpPr>
        <p:spPr>
          <a:xfrm>
            <a:off x="4517688" y="1843625"/>
            <a:ext cx="4094100" cy="2399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9_1">
    <p:spTree>
      <p:nvGrpSpPr>
        <p:cNvPr id="197" name="Shape 197"/>
        <p:cNvGrpSpPr/>
        <p:nvPr/>
      </p:nvGrpSpPr>
      <p:grpSpPr>
        <a:xfrm>
          <a:off x="0" y="0"/>
          <a:ext cx="0" cy="0"/>
          <a:chOff x="0" y="0"/>
          <a:chExt cx="0" cy="0"/>
        </a:xfrm>
      </p:grpSpPr>
      <p:sp>
        <p:nvSpPr>
          <p:cNvPr id="198" name="Google Shape;198;p38"/>
          <p:cNvSpPr txBox="1"/>
          <p:nvPr>
            <p:ph type="title"/>
          </p:nvPr>
        </p:nvSpPr>
        <p:spPr>
          <a:xfrm>
            <a:off x="190155" y="316675"/>
            <a:ext cx="73248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None/>
              <a:defRPr sz="6000">
                <a:solidFill>
                  <a:schemeClr val="dk2"/>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10">
    <p:bg>
      <p:bgPr>
        <a:solidFill>
          <a:schemeClr val="lt2"/>
        </a:solidFill>
      </p:bgPr>
    </p:bg>
    <p:spTree>
      <p:nvGrpSpPr>
        <p:cNvPr id="199" name="Shape 199"/>
        <p:cNvGrpSpPr/>
        <p:nvPr/>
      </p:nvGrpSpPr>
      <p:grpSpPr>
        <a:xfrm>
          <a:off x="0" y="0"/>
          <a:ext cx="0" cy="0"/>
          <a:chOff x="0" y="0"/>
          <a:chExt cx="0" cy="0"/>
        </a:xfrm>
      </p:grpSpPr>
      <p:sp>
        <p:nvSpPr>
          <p:cNvPr id="200" name="Google Shape;200;p39"/>
          <p:cNvSpPr txBox="1"/>
          <p:nvPr>
            <p:ph idx="1" type="body"/>
          </p:nvPr>
        </p:nvSpPr>
        <p:spPr>
          <a:xfrm>
            <a:off x="190138" y="2234575"/>
            <a:ext cx="5047500" cy="2399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1" name="Google Shape;201;p39"/>
          <p:cNvSpPr txBox="1"/>
          <p:nvPr>
            <p:ph type="title"/>
          </p:nvPr>
        </p:nvSpPr>
        <p:spPr>
          <a:xfrm>
            <a:off x="190138" y="316672"/>
            <a:ext cx="50475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202" name="Google Shape;202;p39"/>
          <p:cNvSpPr txBox="1"/>
          <p:nvPr>
            <p:ph idx="2" type="subTitle"/>
          </p:nvPr>
        </p:nvSpPr>
        <p:spPr>
          <a:xfrm>
            <a:off x="190150" y="1637275"/>
            <a:ext cx="66615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1">
    <p:bg>
      <p:bgPr>
        <a:solidFill>
          <a:schemeClr val="dk2"/>
        </a:solidFill>
      </p:bgPr>
    </p:bg>
    <p:spTree>
      <p:nvGrpSpPr>
        <p:cNvPr id="203" name="Shape 203"/>
        <p:cNvGrpSpPr/>
        <p:nvPr/>
      </p:nvGrpSpPr>
      <p:grpSpPr>
        <a:xfrm>
          <a:off x="0" y="0"/>
          <a:ext cx="0" cy="0"/>
          <a:chOff x="0" y="0"/>
          <a:chExt cx="0" cy="0"/>
        </a:xfrm>
      </p:grpSpPr>
      <p:sp>
        <p:nvSpPr>
          <p:cNvPr id="204" name="Google Shape;204;p40"/>
          <p:cNvSpPr txBox="1"/>
          <p:nvPr>
            <p:ph type="title"/>
          </p:nvPr>
        </p:nvSpPr>
        <p:spPr>
          <a:xfrm>
            <a:off x="342555" y="1684325"/>
            <a:ext cx="73248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
  <p:cSld name="CUSTOM_12">
    <p:bg>
      <p:bgPr>
        <a:solidFill>
          <a:schemeClr val="dk1"/>
        </a:solidFill>
      </p:bgPr>
    </p:bg>
    <p:spTree>
      <p:nvGrpSpPr>
        <p:cNvPr id="205" name="Shape 205"/>
        <p:cNvGrpSpPr/>
        <p:nvPr/>
      </p:nvGrpSpPr>
      <p:grpSpPr>
        <a:xfrm>
          <a:off x="0" y="0"/>
          <a:ext cx="0" cy="0"/>
          <a:chOff x="0" y="0"/>
          <a:chExt cx="0" cy="0"/>
        </a:xfrm>
      </p:grpSpPr>
      <p:sp>
        <p:nvSpPr>
          <p:cNvPr id="206" name="Google Shape;206;p41"/>
          <p:cNvSpPr txBox="1"/>
          <p:nvPr>
            <p:ph type="title"/>
          </p:nvPr>
        </p:nvSpPr>
        <p:spPr>
          <a:xfrm>
            <a:off x="323400" y="1238400"/>
            <a:ext cx="8232300" cy="142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207" name="Google Shape;207;p41"/>
          <p:cNvSpPr txBox="1"/>
          <p:nvPr>
            <p:ph idx="1" type="subTitle"/>
          </p:nvPr>
        </p:nvSpPr>
        <p:spPr>
          <a:xfrm>
            <a:off x="323400" y="3221075"/>
            <a:ext cx="6572700" cy="684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200"/>
              <a:buNone/>
              <a:defRPr sz="2200">
                <a:solidFill>
                  <a:schemeClr val="dk2"/>
                </a:solidFill>
              </a:defRPr>
            </a:lvl1pPr>
            <a:lvl2pPr lvl="1">
              <a:spcBef>
                <a:spcPts val="0"/>
              </a:spcBef>
              <a:spcAft>
                <a:spcPts val="0"/>
              </a:spcAft>
              <a:buClr>
                <a:schemeClr val="dk2"/>
              </a:buClr>
              <a:buSzPts val="2200"/>
              <a:buNone/>
              <a:defRPr sz="2200">
                <a:solidFill>
                  <a:schemeClr val="dk2"/>
                </a:solidFill>
              </a:defRPr>
            </a:lvl2pPr>
            <a:lvl3pPr lvl="2">
              <a:spcBef>
                <a:spcPts val="0"/>
              </a:spcBef>
              <a:spcAft>
                <a:spcPts val="0"/>
              </a:spcAft>
              <a:buClr>
                <a:schemeClr val="dk2"/>
              </a:buClr>
              <a:buSzPts val="2200"/>
              <a:buNone/>
              <a:defRPr sz="2200">
                <a:solidFill>
                  <a:schemeClr val="dk2"/>
                </a:solidFill>
              </a:defRPr>
            </a:lvl3pPr>
            <a:lvl4pPr lvl="3">
              <a:spcBef>
                <a:spcPts val="0"/>
              </a:spcBef>
              <a:spcAft>
                <a:spcPts val="0"/>
              </a:spcAft>
              <a:buClr>
                <a:schemeClr val="dk2"/>
              </a:buClr>
              <a:buSzPts val="2200"/>
              <a:buNone/>
              <a:defRPr sz="2200">
                <a:solidFill>
                  <a:schemeClr val="dk2"/>
                </a:solidFill>
              </a:defRPr>
            </a:lvl4pPr>
            <a:lvl5pPr lvl="4">
              <a:spcBef>
                <a:spcPts val="0"/>
              </a:spcBef>
              <a:spcAft>
                <a:spcPts val="0"/>
              </a:spcAft>
              <a:buClr>
                <a:schemeClr val="dk2"/>
              </a:buClr>
              <a:buSzPts val="2200"/>
              <a:buNone/>
              <a:defRPr sz="2200">
                <a:solidFill>
                  <a:schemeClr val="dk2"/>
                </a:solidFill>
              </a:defRPr>
            </a:lvl5pPr>
            <a:lvl6pPr lvl="5">
              <a:spcBef>
                <a:spcPts val="0"/>
              </a:spcBef>
              <a:spcAft>
                <a:spcPts val="0"/>
              </a:spcAft>
              <a:buClr>
                <a:schemeClr val="dk2"/>
              </a:buClr>
              <a:buSzPts val="2200"/>
              <a:buNone/>
              <a:defRPr sz="2200">
                <a:solidFill>
                  <a:schemeClr val="dk2"/>
                </a:solidFill>
              </a:defRPr>
            </a:lvl6pPr>
            <a:lvl7pPr lvl="6">
              <a:spcBef>
                <a:spcPts val="0"/>
              </a:spcBef>
              <a:spcAft>
                <a:spcPts val="0"/>
              </a:spcAft>
              <a:buClr>
                <a:schemeClr val="dk2"/>
              </a:buClr>
              <a:buSzPts val="2200"/>
              <a:buNone/>
              <a:defRPr sz="2200">
                <a:solidFill>
                  <a:schemeClr val="dk2"/>
                </a:solidFill>
              </a:defRPr>
            </a:lvl7pPr>
            <a:lvl8pPr lvl="7">
              <a:spcBef>
                <a:spcPts val="0"/>
              </a:spcBef>
              <a:spcAft>
                <a:spcPts val="0"/>
              </a:spcAft>
              <a:buClr>
                <a:schemeClr val="dk2"/>
              </a:buClr>
              <a:buSzPts val="2200"/>
              <a:buNone/>
              <a:defRPr sz="2200">
                <a:solidFill>
                  <a:schemeClr val="dk2"/>
                </a:solidFill>
              </a:defRPr>
            </a:lvl8pPr>
            <a:lvl9pPr lvl="8">
              <a:spcBef>
                <a:spcPts val="0"/>
              </a:spcBef>
              <a:spcAft>
                <a:spcPts val="0"/>
              </a:spcAft>
              <a:buClr>
                <a:schemeClr val="dk2"/>
              </a:buClr>
              <a:buSzPts val="2200"/>
              <a:buNone/>
              <a:defRPr sz="2200">
                <a:solidFill>
                  <a:schemeClr val="dk2"/>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3">
    <p:bg>
      <p:bgPr>
        <a:solidFill>
          <a:schemeClr val="lt2"/>
        </a:solidFill>
      </p:bgPr>
    </p:bg>
    <p:spTree>
      <p:nvGrpSpPr>
        <p:cNvPr id="208" name="Shape 208"/>
        <p:cNvGrpSpPr/>
        <p:nvPr/>
      </p:nvGrpSpPr>
      <p:grpSpPr>
        <a:xfrm>
          <a:off x="0" y="0"/>
          <a:ext cx="0" cy="0"/>
          <a:chOff x="0" y="0"/>
          <a:chExt cx="0" cy="0"/>
        </a:xfrm>
      </p:grpSpPr>
      <p:sp>
        <p:nvSpPr>
          <p:cNvPr id="209" name="Google Shape;209;p42"/>
          <p:cNvSpPr txBox="1"/>
          <p:nvPr>
            <p:ph idx="1" type="body"/>
          </p:nvPr>
        </p:nvSpPr>
        <p:spPr>
          <a:xfrm>
            <a:off x="323400" y="1509300"/>
            <a:ext cx="5047500" cy="2124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4">
    <p:spTree>
      <p:nvGrpSpPr>
        <p:cNvPr id="210" name="Shape 210"/>
        <p:cNvGrpSpPr/>
        <p:nvPr/>
      </p:nvGrpSpPr>
      <p:grpSpPr>
        <a:xfrm>
          <a:off x="0" y="0"/>
          <a:ext cx="0" cy="0"/>
          <a:chOff x="0" y="0"/>
          <a:chExt cx="0" cy="0"/>
        </a:xfrm>
      </p:grpSpPr>
      <p:sp>
        <p:nvSpPr>
          <p:cNvPr id="211" name="Google Shape;211;p43"/>
          <p:cNvSpPr txBox="1"/>
          <p:nvPr>
            <p:ph type="title"/>
          </p:nvPr>
        </p:nvSpPr>
        <p:spPr>
          <a:xfrm>
            <a:off x="323400" y="160150"/>
            <a:ext cx="8232300" cy="142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7000"/>
              <a:buNone/>
              <a:defRPr>
                <a:solidFill>
                  <a:schemeClr val="dk2"/>
                </a:solidFill>
              </a:defRPr>
            </a:lvl1pPr>
            <a:lvl2pPr lvl="1">
              <a:spcBef>
                <a:spcPts val="0"/>
              </a:spcBef>
              <a:spcAft>
                <a:spcPts val="0"/>
              </a:spcAft>
              <a:buClr>
                <a:schemeClr val="dk2"/>
              </a:buClr>
              <a:buSzPts val="7000"/>
              <a:buNone/>
              <a:defRPr>
                <a:solidFill>
                  <a:schemeClr val="dk2"/>
                </a:solidFill>
              </a:defRPr>
            </a:lvl2pPr>
            <a:lvl3pPr lvl="2">
              <a:spcBef>
                <a:spcPts val="0"/>
              </a:spcBef>
              <a:spcAft>
                <a:spcPts val="0"/>
              </a:spcAft>
              <a:buClr>
                <a:schemeClr val="dk2"/>
              </a:buClr>
              <a:buSzPts val="7000"/>
              <a:buNone/>
              <a:defRPr>
                <a:solidFill>
                  <a:schemeClr val="dk2"/>
                </a:solidFill>
              </a:defRPr>
            </a:lvl3pPr>
            <a:lvl4pPr lvl="3">
              <a:spcBef>
                <a:spcPts val="0"/>
              </a:spcBef>
              <a:spcAft>
                <a:spcPts val="0"/>
              </a:spcAft>
              <a:buClr>
                <a:schemeClr val="dk2"/>
              </a:buClr>
              <a:buSzPts val="7000"/>
              <a:buNone/>
              <a:defRPr>
                <a:solidFill>
                  <a:schemeClr val="dk2"/>
                </a:solidFill>
              </a:defRPr>
            </a:lvl4pPr>
            <a:lvl5pPr lvl="4">
              <a:spcBef>
                <a:spcPts val="0"/>
              </a:spcBef>
              <a:spcAft>
                <a:spcPts val="0"/>
              </a:spcAft>
              <a:buClr>
                <a:schemeClr val="dk2"/>
              </a:buClr>
              <a:buSzPts val="7000"/>
              <a:buNone/>
              <a:defRPr>
                <a:solidFill>
                  <a:schemeClr val="dk2"/>
                </a:solidFill>
              </a:defRPr>
            </a:lvl5pPr>
            <a:lvl6pPr lvl="5">
              <a:spcBef>
                <a:spcPts val="0"/>
              </a:spcBef>
              <a:spcAft>
                <a:spcPts val="0"/>
              </a:spcAft>
              <a:buClr>
                <a:schemeClr val="dk2"/>
              </a:buClr>
              <a:buSzPts val="7000"/>
              <a:buNone/>
              <a:defRPr>
                <a:solidFill>
                  <a:schemeClr val="dk2"/>
                </a:solidFill>
              </a:defRPr>
            </a:lvl6pPr>
            <a:lvl7pPr lvl="6">
              <a:spcBef>
                <a:spcPts val="0"/>
              </a:spcBef>
              <a:spcAft>
                <a:spcPts val="0"/>
              </a:spcAft>
              <a:buClr>
                <a:schemeClr val="dk2"/>
              </a:buClr>
              <a:buSzPts val="7000"/>
              <a:buNone/>
              <a:defRPr>
                <a:solidFill>
                  <a:schemeClr val="dk2"/>
                </a:solidFill>
              </a:defRPr>
            </a:lvl7pPr>
            <a:lvl8pPr lvl="7">
              <a:spcBef>
                <a:spcPts val="0"/>
              </a:spcBef>
              <a:spcAft>
                <a:spcPts val="0"/>
              </a:spcAft>
              <a:buClr>
                <a:schemeClr val="dk2"/>
              </a:buClr>
              <a:buSzPts val="7000"/>
              <a:buNone/>
              <a:defRPr>
                <a:solidFill>
                  <a:schemeClr val="dk2"/>
                </a:solidFill>
              </a:defRPr>
            </a:lvl8pPr>
            <a:lvl9pPr lvl="8">
              <a:spcBef>
                <a:spcPts val="0"/>
              </a:spcBef>
              <a:spcAft>
                <a:spcPts val="0"/>
              </a:spcAft>
              <a:buClr>
                <a:schemeClr val="dk2"/>
              </a:buClr>
              <a:buSzPts val="7000"/>
              <a:buNone/>
              <a:defRPr>
                <a:solidFill>
                  <a:schemeClr val="dk2"/>
                </a:solidFill>
              </a:defRPr>
            </a:lvl9pPr>
          </a:lstStyle>
          <a:p/>
        </p:txBody>
      </p:sp>
      <p:sp>
        <p:nvSpPr>
          <p:cNvPr id="212" name="Google Shape;212;p43"/>
          <p:cNvSpPr txBox="1"/>
          <p:nvPr>
            <p:ph idx="1" type="body"/>
          </p:nvPr>
        </p:nvSpPr>
        <p:spPr>
          <a:xfrm>
            <a:off x="323400" y="2356375"/>
            <a:ext cx="5047500" cy="2124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5">
    <p:bg>
      <p:bgPr>
        <a:solidFill>
          <a:schemeClr val="accent1"/>
        </a:solidFill>
      </p:bgPr>
    </p:bg>
    <p:spTree>
      <p:nvGrpSpPr>
        <p:cNvPr id="213" name="Shape 213"/>
        <p:cNvGrpSpPr/>
        <p:nvPr/>
      </p:nvGrpSpPr>
      <p:grpSpPr>
        <a:xfrm>
          <a:off x="0" y="0"/>
          <a:ext cx="0" cy="0"/>
          <a:chOff x="0" y="0"/>
          <a:chExt cx="0" cy="0"/>
        </a:xfrm>
      </p:grpSpPr>
      <p:sp>
        <p:nvSpPr>
          <p:cNvPr id="214" name="Google Shape;214;p44"/>
          <p:cNvSpPr/>
          <p:nvPr/>
        </p:nvSpPr>
        <p:spPr>
          <a:xfrm rot="5400000">
            <a:off x="1990050" y="-2004000"/>
            <a:ext cx="5163900" cy="9151500"/>
          </a:xfrm>
          <a:prstGeom prst="round2SameRect">
            <a:avLst>
              <a:gd fmla="val 49515"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44"/>
          <p:cNvSpPr txBox="1"/>
          <p:nvPr>
            <p:ph type="title"/>
          </p:nvPr>
        </p:nvSpPr>
        <p:spPr>
          <a:xfrm>
            <a:off x="190138" y="316672"/>
            <a:ext cx="50475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216" name="Google Shape;216;p44"/>
          <p:cNvSpPr txBox="1"/>
          <p:nvPr>
            <p:ph idx="1" type="subTitle"/>
          </p:nvPr>
        </p:nvSpPr>
        <p:spPr>
          <a:xfrm>
            <a:off x="190150" y="1778450"/>
            <a:ext cx="31113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17" name="Google Shape;217;p44"/>
          <p:cNvSpPr txBox="1"/>
          <p:nvPr>
            <p:ph idx="2" type="subTitle"/>
          </p:nvPr>
        </p:nvSpPr>
        <p:spPr>
          <a:xfrm>
            <a:off x="190150" y="2744975"/>
            <a:ext cx="31113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18" name="Google Shape;218;p44"/>
          <p:cNvSpPr txBox="1"/>
          <p:nvPr>
            <p:ph idx="3" type="subTitle"/>
          </p:nvPr>
        </p:nvSpPr>
        <p:spPr>
          <a:xfrm>
            <a:off x="190150" y="3711500"/>
            <a:ext cx="31113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19" name="Google Shape;219;p44"/>
          <p:cNvSpPr txBox="1"/>
          <p:nvPr>
            <p:ph idx="4" type="subTitle"/>
          </p:nvPr>
        </p:nvSpPr>
        <p:spPr>
          <a:xfrm>
            <a:off x="3301450" y="1778450"/>
            <a:ext cx="31113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20" name="Google Shape;220;p44"/>
          <p:cNvSpPr txBox="1"/>
          <p:nvPr>
            <p:ph idx="5" type="subTitle"/>
          </p:nvPr>
        </p:nvSpPr>
        <p:spPr>
          <a:xfrm>
            <a:off x="3301450" y="2744975"/>
            <a:ext cx="31113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21" name="Google Shape;221;p44"/>
          <p:cNvSpPr txBox="1"/>
          <p:nvPr>
            <p:ph idx="6" type="subTitle"/>
          </p:nvPr>
        </p:nvSpPr>
        <p:spPr>
          <a:xfrm>
            <a:off x="3301450" y="3711500"/>
            <a:ext cx="31113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6">
    <p:spTree>
      <p:nvGrpSpPr>
        <p:cNvPr id="222" name="Shape 222"/>
        <p:cNvGrpSpPr/>
        <p:nvPr/>
      </p:nvGrpSpPr>
      <p:grpSpPr>
        <a:xfrm>
          <a:off x="0" y="0"/>
          <a:ext cx="0" cy="0"/>
          <a:chOff x="0" y="0"/>
          <a:chExt cx="0" cy="0"/>
        </a:xfrm>
      </p:grpSpPr>
      <p:sp>
        <p:nvSpPr>
          <p:cNvPr id="223" name="Google Shape;223;p45"/>
          <p:cNvSpPr/>
          <p:nvPr>
            <p:ph idx="2" type="pic"/>
          </p:nvPr>
        </p:nvSpPr>
        <p:spPr>
          <a:xfrm>
            <a:off x="4572000" y="-3900"/>
            <a:ext cx="4572000" cy="5151000"/>
          </a:xfrm>
          <a:prstGeom prst="rect">
            <a:avLst/>
          </a:prstGeom>
          <a:noFill/>
          <a:ln>
            <a:noFill/>
          </a:ln>
        </p:spPr>
      </p:sp>
      <p:sp>
        <p:nvSpPr>
          <p:cNvPr id="224" name="Google Shape;224;p45"/>
          <p:cNvSpPr txBox="1"/>
          <p:nvPr>
            <p:ph type="title"/>
          </p:nvPr>
        </p:nvSpPr>
        <p:spPr>
          <a:xfrm>
            <a:off x="209475" y="338775"/>
            <a:ext cx="4105200" cy="10854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Clr>
                <a:schemeClr val="dk2"/>
              </a:buClr>
              <a:buSzPts val="6000"/>
              <a:buNone/>
              <a:defRPr sz="6000">
                <a:solidFill>
                  <a:schemeClr val="dk2"/>
                </a:solidFill>
              </a:defRPr>
            </a:lvl1pPr>
            <a:lvl2pPr lvl="1">
              <a:lnSpc>
                <a:spcPct val="70000"/>
              </a:lnSpc>
              <a:spcBef>
                <a:spcPts val="0"/>
              </a:spcBef>
              <a:spcAft>
                <a:spcPts val="0"/>
              </a:spcAft>
              <a:buClr>
                <a:schemeClr val="dk2"/>
              </a:buClr>
              <a:buSzPts val="6000"/>
              <a:buNone/>
              <a:defRPr sz="6000">
                <a:solidFill>
                  <a:schemeClr val="dk2"/>
                </a:solidFill>
              </a:defRPr>
            </a:lvl2pPr>
            <a:lvl3pPr lvl="2">
              <a:lnSpc>
                <a:spcPct val="70000"/>
              </a:lnSpc>
              <a:spcBef>
                <a:spcPts val="0"/>
              </a:spcBef>
              <a:spcAft>
                <a:spcPts val="0"/>
              </a:spcAft>
              <a:buClr>
                <a:schemeClr val="dk2"/>
              </a:buClr>
              <a:buSzPts val="6000"/>
              <a:buNone/>
              <a:defRPr sz="6000">
                <a:solidFill>
                  <a:schemeClr val="dk2"/>
                </a:solidFill>
              </a:defRPr>
            </a:lvl3pPr>
            <a:lvl4pPr lvl="3">
              <a:lnSpc>
                <a:spcPct val="70000"/>
              </a:lnSpc>
              <a:spcBef>
                <a:spcPts val="0"/>
              </a:spcBef>
              <a:spcAft>
                <a:spcPts val="0"/>
              </a:spcAft>
              <a:buClr>
                <a:schemeClr val="dk2"/>
              </a:buClr>
              <a:buSzPts val="6000"/>
              <a:buNone/>
              <a:defRPr sz="6000">
                <a:solidFill>
                  <a:schemeClr val="dk2"/>
                </a:solidFill>
              </a:defRPr>
            </a:lvl4pPr>
            <a:lvl5pPr lvl="4">
              <a:lnSpc>
                <a:spcPct val="70000"/>
              </a:lnSpc>
              <a:spcBef>
                <a:spcPts val="0"/>
              </a:spcBef>
              <a:spcAft>
                <a:spcPts val="0"/>
              </a:spcAft>
              <a:buClr>
                <a:schemeClr val="dk2"/>
              </a:buClr>
              <a:buSzPts val="6000"/>
              <a:buNone/>
              <a:defRPr sz="6000">
                <a:solidFill>
                  <a:schemeClr val="dk2"/>
                </a:solidFill>
              </a:defRPr>
            </a:lvl5pPr>
            <a:lvl6pPr lvl="5">
              <a:lnSpc>
                <a:spcPct val="70000"/>
              </a:lnSpc>
              <a:spcBef>
                <a:spcPts val="0"/>
              </a:spcBef>
              <a:spcAft>
                <a:spcPts val="0"/>
              </a:spcAft>
              <a:buClr>
                <a:schemeClr val="dk2"/>
              </a:buClr>
              <a:buSzPts val="6000"/>
              <a:buNone/>
              <a:defRPr sz="6000">
                <a:solidFill>
                  <a:schemeClr val="dk2"/>
                </a:solidFill>
              </a:defRPr>
            </a:lvl6pPr>
            <a:lvl7pPr lvl="6">
              <a:lnSpc>
                <a:spcPct val="70000"/>
              </a:lnSpc>
              <a:spcBef>
                <a:spcPts val="0"/>
              </a:spcBef>
              <a:spcAft>
                <a:spcPts val="0"/>
              </a:spcAft>
              <a:buClr>
                <a:schemeClr val="dk2"/>
              </a:buClr>
              <a:buSzPts val="6000"/>
              <a:buNone/>
              <a:defRPr sz="6000">
                <a:solidFill>
                  <a:schemeClr val="dk2"/>
                </a:solidFill>
              </a:defRPr>
            </a:lvl7pPr>
            <a:lvl8pPr lvl="7">
              <a:lnSpc>
                <a:spcPct val="70000"/>
              </a:lnSpc>
              <a:spcBef>
                <a:spcPts val="0"/>
              </a:spcBef>
              <a:spcAft>
                <a:spcPts val="0"/>
              </a:spcAft>
              <a:buClr>
                <a:schemeClr val="dk2"/>
              </a:buClr>
              <a:buSzPts val="6000"/>
              <a:buNone/>
              <a:defRPr sz="6000">
                <a:solidFill>
                  <a:schemeClr val="dk2"/>
                </a:solidFill>
              </a:defRPr>
            </a:lvl8pPr>
            <a:lvl9pPr lvl="8">
              <a:lnSpc>
                <a:spcPct val="70000"/>
              </a:lnSpc>
              <a:spcBef>
                <a:spcPts val="0"/>
              </a:spcBef>
              <a:spcAft>
                <a:spcPts val="0"/>
              </a:spcAft>
              <a:buClr>
                <a:schemeClr val="dk2"/>
              </a:buClr>
              <a:buSzPts val="6000"/>
              <a:buNone/>
              <a:defRPr sz="6000">
                <a:solidFill>
                  <a:schemeClr val="dk2"/>
                </a:solidFill>
              </a:defRPr>
            </a:lvl9pPr>
          </a:lstStyle>
          <a:p/>
        </p:txBody>
      </p:sp>
      <p:sp>
        <p:nvSpPr>
          <p:cNvPr id="225" name="Google Shape;225;p45"/>
          <p:cNvSpPr txBox="1"/>
          <p:nvPr>
            <p:ph idx="1" type="body"/>
          </p:nvPr>
        </p:nvSpPr>
        <p:spPr>
          <a:xfrm>
            <a:off x="209475" y="1795975"/>
            <a:ext cx="4105200" cy="298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7">
    <p:spTree>
      <p:nvGrpSpPr>
        <p:cNvPr id="226" name="Shape 226"/>
        <p:cNvGrpSpPr/>
        <p:nvPr/>
      </p:nvGrpSpPr>
      <p:grpSpPr>
        <a:xfrm>
          <a:off x="0" y="0"/>
          <a:ext cx="0" cy="0"/>
          <a:chOff x="0" y="0"/>
          <a:chExt cx="0" cy="0"/>
        </a:xfrm>
      </p:grpSpPr>
      <p:sp>
        <p:nvSpPr>
          <p:cNvPr id="227" name="Google Shape;227;p46"/>
          <p:cNvSpPr txBox="1"/>
          <p:nvPr>
            <p:ph type="title"/>
          </p:nvPr>
        </p:nvSpPr>
        <p:spPr>
          <a:xfrm>
            <a:off x="190138" y="316672"/>
            <a:ext cx="50475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228" name="Google Shape;228;p46"/>
          <p:cNvSpPr txBox="1"/>
          <p:nvPr>
            <p:ph idx="1" type="body"/>
          </p:nvPr>
        </p:nvSpPr>
        <p:spPr>
          <a:xfrm>
            <a:off x="190150" y="2234575"/>
            <a:ext cx="3956400" cy="2058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9" name="Google Shape;229;p46"/>
          <p:cNvSpPr txBox="1"/>
          <p:nvPr>
            <p:ph idx="2" type="subTitle"/>
          </p:nvPr>
        </p:nvSpPr>
        <p:spPr>
          <a:xfrm>
            <a:off x="190153" y="1637275"/>
            <a:ext cx="39564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30" name="Google Shape;230;p46"/>
          <p:cNvSpPr txBox="1"/>
          <p:nvPr>
            <p:ph idx="3" type="body"/>
          </p:nvPr>
        </p:nvSpPr>
        <p:spPr>
          <a:xfrm>
            <a:off x="4368450" y="2234575"/>
            <a:ext cx="3956400" cy="2058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1" name="Google Shape;231;p46"/>
          <p:cNvSpPr txBox="1"/>
          <p:nvPr>
            <p:ph idx="4" type="subTitle"/>
          </p:nvPr>
        </p:nvSpPr>
        <p:spPr>
          <a:xfrm>
            <a:off x="4368453" y="1637275"/>
            <a:ext cx="39564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7_1">
    <p:spTree>
      <p:nvGrpSpPr>
        <p:cNvPr id="232" name="Shape 232"/>
        <p:cNvGrpSpPr/>
        <p:nvPr/>
      </p:nvGrpSpPr>
      <p:grpSpPr>
        <a:xfrm>
          <a:off x="0" y="0"/>
          <a:ext cx="0" cy="0"/>
          <a:chOff x="0" y="0"/>
          <a:chExt cx="0" cy="0"/>
        </a:xfrm>
      </p:grpSpPr>
      <p:sp>
        <p:nvSpPr>
          <p:cNvPr id="233" name="Google Shape;233;p47"/>
          <p:cNvSpPr txBox="1"/>
          <p:nvPr>
            <p:ph idx="1" type="body"/>
          </p:nvPr>
        </p:nvSpPr>
        <p:spPr>
          <a:xfrm>
            <a:off x="190150" y="2234575"/>
            <a:ext cx="2782800" cy="2399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4" name="Google Shape;234;p47"/>
          <p:cNvSpPr txBox="1"/>
          <p:nvPr>
            <p:ph type="title"/>
          </p:nvPr>
        </p:nvSpPr>
        <p:spPr>
          <a:xfrm>
            <a:off x="190138" y="316672"/>
            <a:ext cx="50475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235" name="Google Shape;235;p47"/>
          <p:cNvSpPr txBox="1"/>
          <p:nvPr>
            <p:ph idx="2" type="subTitle"/>
          </p:nvPr>
        </p:nvSpPr>
        <p:spPr>
          <a:xfrm>
            <a:off x="190152" y="1637275"/>
            <a:ext cx="27828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36" name="Google Shape;236;p47"/>
          <p:cNvSpPr txBox="1"/>
          <p:nvPr>
            <p:ph idx="3" type="body"/>
          </p:nvPr>
        </p:nvSpPr>
        <p:spPr>
          <a:xfrm>
            <a:off x="3123700" y="2234575"/>
            <a:ext cx="2782800" cy="2399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7" name="Google Shape;237;p47"/>
          <p:cNvSpPr txBox="1"/>
          <p:nvPr>
            <p:ph idx="4" type="subTitle"/>
          </p:nvPr>
        </p:nvSpPr>
        <p:spPr>
          <a:xfrm>
            <a:off x="3123702" y="1637275"/>
            <a:ext cx="27828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38" name="Google Shape;238;p47"/>
          <p:cNvSpPr txBox="1"/>
          <p:nvPr>
            <p:ph idx="5" type="body"/>
          </p:nvPr>
        </p:nvSpPr>
        <p:spPr>
          <a:xfrm>
            <a:off x="6057249" y="2234575"/>
            <a:ext cx="2782800" cy="2399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9" name="Google Shape;239;p47"/>
          <p:cNvSpPr txBox="1"/>
          <p:nvPr>
            <p:ph idx="6" type="subTitle"/>
          </p:nvPr>
        </p:nvSpPr>
        <p:spPr>
          <a:xfrm>
            <a:off x="6057251" y="1637275"/>
            <a:ext cx="27828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18">
    <p:spTree>
      <p:nvGrpSpPr>
        <p:cNvPr id="240" name="Shape 240"/>
        <p:cNvGrpSpPr/>
        <p:nvPr/>
      </p:nvGrpSpPr>
      <p:grpSpPr>
        <a:xfrm>
          <a:off x="0" y="0"/>
          <a:ext cx="0" cy="0"/>
          <a:chOff x="0" y="0"/>
          <a:chExt cx="0" cy="0"/>
        </a:xfrm>
      </p:grpSpPr>
      <p:sp>
        <p:nvSpPr>
          <p:cNvPr id="241" name="Google Shape;241;p48"/>
          <p:cNvSpPr txBox="1"/>
          <p:nvPr>
            <p:ph idx="1" type="body"/>
          </p:nvPr>
        </p:nvSpPr>
        <p:spPr>
          <a:xfrm>
            <a:off x="190150" y="2234575"/>
            <a:ext cx="3956400" cy="1016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2" name="Google Shape;242;p48"/>
          <p:cNvSpPr txBox="1"/>
          <p:nvPr>
            <p:ph type="title"/>
          </p:nvPr>
        </p:nvSpPr>
        <p:spPr>
          <a:xfrm>
            <a:off x="190138" y="316672"/>
            <a:ext cx="50475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243" name="Google Shape;243;p48"/>
          <p:cNvSpPr txBox="1"/>
          <p:nvPr>
            <p:ph idx="2" type="subTitle"/>
          </p:nvPr>
        </p:nvSpPr>
        <p:spPr>
          <a:xfrm>
            <a:off x="190153" y="1637275"/>
            <a:ext cx="39564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44" name="Google Shape;244;p48"/>
          <p:cNvSpPr txBox="1"/>
          <p:nvPr>
            <p:ph idx="3" type="body"/>
          </p:nvPr>
        </p:nvSpPr>
        <p:spPr>
          <a:xfrm>
            <a:off x="4368450" y="2234575"/>
            <a:ext cx="3956400" cy="1016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5" name="Google Shape;245;p48"/>
          <p:cNvSpPr txBox="1"/>
          <p:nvPr>
            <p:ph idx="4" type="subTitle"/>
          </p:nvPr>
        </p:nvSpPr>
        <p:spPr>
          <a:xfrm>
            <a:off x="4368453" y="1637275"/>
            <a:ext cx="39564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46" name="Google Shape;246;p48"/>
          <p:cNvSpPr txBox="1"/>
          <p:nvPr>
            <p:ph idx="5" type="subTitle"/>
          </p:nvPr>
        </p:nvSpPr>
        <p:spPr>
          <a:xfrm>
            <a:off x="190153" y="3199375"/>
            <a:ext cx="39564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47" name="Google Shape;247;p48"/>
          <p:cNvSpPr txBox="1"/>
          <p:nvPr>
            <p:ph idx="6" type="subTitle"/>
          </p:nvPr>
        </p:nvSpPr>
        <p:spPr>
          <a:xfrm>
            <a:off x="4368453" y="3199375"/>
            <a:ext cx="39564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48" name="Google Shape;248;p48"/>
          <p:cNvSpPr txBox="1"/>
          <p:nvPr>
            <p:ph idx="7" type="body"/>
          </p:nvPr>
        </p:nvSpPr>
        <p:spPr>
          <a:xfrm>
            <a:off x="190150" y="3796675"/>
            <a:ext cx="3956400" cy="1016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9" name="Google Shape;249;p48"/>
          <p:cNvSpPr txBox="1"/>
          <p:nvPr>
            <p:ph idx="8" type="body"/>
          </p:nvPr>
        </p:nvSpPr>
        <p:spPr>
          <a:xfrm>
            <a:off x="4368450" y="3796675"/>
            <a:ext cx="3956400" cy="1016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9">
    <p:bg>
      <p:bgPr>
        <a:solidFill>
          <a:schemeClr val="dk2"/>
        </a:solidFill>
      </p:bgPr>
    </p:bg>
    <p:spTree>
      <p:nvGrpSpPr>
        <p:cNvPr id="250" name="Shape 250"/>
        <p:cNvGrpSpPr/>
        <p:nvPr/>
      </p:nvGrpSpPr>
      <p:grpSpPr>
        <a:xfrm>
          <a:off x="0" y="0"/>
          <a:ext cx="0" cy="0"/>
          <a:chOff x="0" y="0"/>
          <a:chExt cx="0" cy="0"/>
        </a:xfrm>
      </p:grpSpPr>
      <p:grpSp>
        <p:nvGrpSpPr>
          <p:cNvPr id="251" name="Google Shape;251;p49"/>
          <p:cNvGrpSpPr/>
          <p:nvPr/>
        </p:nvGrpSpPr>
        <p:grpSpPr>
          <a:xfrm>
            <a:off x="-579125" y="-3825"/>
            <a:ext cx="5151000" cy="5151025"/>
            <a:chOff x="-571505" y="-7638"/>
            <a:chExt cx="5151000" cy="5151025"/>
          </a:xfrm>
        </p:grpSpPr>
        <p:sp>
          <p:nvSpPr>
            <p:cNvPr id="252" name="Google Shape;252;p49"/>
            <p:cNvSpPr/>
            <p:nvPr/>
          </p:nvSpPr>
          <p:spPr>
            <a:xfrm>
              <a:off x="-571505" y="-7638"/>
              <a:ext cx="5151000" cy="5151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49"/>
            <p:cNvSpPr/>
            <p:nvPr/>
          </p:nvSpPr>
          <p:spPr>
            <a:xfrm>
              <a:off x="7621" y="-7612"/>
              <a:ext cx="2042100" cy="515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4" name="Google Shape;254;p49"/>
          <p:cNvSpPr/>
          <p:nvPr>
            <p:ph idx="2" type="pic"/>
          </p:nvPr>
        </p:nvSpPr>
        <p:spPr>
          <a:xfrm>
            <a:off x="4572000" y="-3900"/>
            <a:ext cx="4572000" cy="5151000"/>
          </a:xfrm>
          <a:prstGeom prst="rect">
            <a:avLst/>
          </a:prstGeom>
          <a:noFill/>
          <a:ln>
            <a:noFill/>
          </a:ln>
        </p:spPr>
      </p:sp>
      <p:sp>
        <p:nvSpPr>
          <p:cNvPr id="255" name="Google Shape;255;p49"/>
          <p:cNvSpPr txBox="1"/>
          <p:nvPr>
            <p:ph type="title"/>
          </p:nvPr>
        </p:nvSpPr>
        <p:spPr>
          <a:xfrm>
            <a:off x="209485" y="1529000"/>
            <a:ext cx="4248600" cy="15780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Clr>
                <a:schemeClr val="dk1"/>
              </a:buClr>
              <a:buSzPts val="6000"/>
              <a:buNone/>
              <a:defRPr sz="6000">
                <a:solidFill>
                  <a:schemeClr val="dk1"/>
                </a:solidFill>
              </a:defRPr>
            </a:lvl1pPr>
            <a:lvl2pPr lvl="1">
              <a:lnSpc>
                <a:spcPct val="70000"/>
              </a:lnSpc>
              <a:spcBef>
                <a:spcPts val="0"/>
              </a:spcBef>
              <a:spcAft>
                <a:spcPts val="0"/>
              </a:spcAft>
              <a:buClr>
                <a:schemeClr val="dk1"/>
              </a:buClr>
              <a:buSzPts val="6000"/>
              <a:buNone/>
              <a:defRPr sz="6000">
                <a:solidFill>
                  <a:schemeClr val="dk1"/>
                </a:solidFill>
              </a:defRPr>
            </a:lvl2pPr>
            <a:lvl3pPr lvl="2">
              <a:lnSpc>
                <a:spcPct val="70000"/>
              </a:lnSpc>
              <a:spcBef>
                <a:spcPts val="0"/>
              </a:spcBef>
              <a:spcAft>
                <a:spcPts val="0"/>
              </a:spcAft>
              <a:buClr>
                <a:schemeClr val="dk1"/>
              </a:buClr>
              <a:buSzPts val="6000"/>
              <a:buNone/>
              <a:defRPr sz="6000">
                <a:solidFill>
                  <a:schemeClr val="dk1"/>
                </a:solidFill>
              </a:defRPr>
            </a:lvl3pPr>
            <a:lvl4pPr lvl="3">
              <a:lnSpc>
                <a:spcPct val="70000"/>
              </a:lnSpc>
              <a:spcBef>
                <a:spcPts val="0"/>
              </a:spcBef>
              <a:spcAft>
                <a:spcPts val="0"/>
              </a:spcAft>
              <a:buClr>
                <a:schemeClr val="dk1"/>
              </a:buClr>
              <a:buSzPts val="6000"/>
              <a:buNone/>
              <a:defRPr sz="6000">
                <a:solidFill>
                  <a:schemeClr val="dk1"/>
                </a:solidFill>
              </a:defRPr>
            </a:lvl4pPr>
            <a:lvl5pPr lvl="4">
              <a:lnSpc>
                <a:spcPct val="70000"/>
              </a:lnSpc>
              <a:spcBef>
                <a:spcPts val="0"/>
              </a:spcBef>
              <a:spcAft>
                <a:spcPts val="0"/>
              </a:spcAft>
              <a:buClr>
                <a:schemeClr val="dk1"/>
              </a:buClr>
              <a:buSzPts val="6000"/>
              <a:buNone/>
              <a:defRPr sz="6000">
                <a:solidFill>
                  <a:schemeClr val="dk1"/>
                </a:solidFill>
              </a:defRPr>
            </a:lvl5pPr>
            <a:lvl6pPr lvl="5">
              <a:lnSpc>
                <a:spcPct val="70000"/>
              </a:lnSpc>
              <a:spcBef>
                <a:spcPts val="0"/>
              </a:spcBef>
              <a:spcAft>
                <a:spcPts val="0"/>
              </a:spcAft>
              <a:buClr>
                <a:schemeClr val="dk1"/>
              </a:buClr>
              <a:buSzPts val="6000"/>
              <a:buNone/>
              <a:defRPr sz="6000">
                <a:solidFill>
                  <a:schemeClr val="dk1"/>
                </a:solidFill>
              </a:defRPr>
            </a:lvl6pPr>
            <a:lvl7pPr lvl="6">
              <a:lnSpc>
                <a:spcPct val="70000"/>
              </a:lnSpc>
              <a:spcBef>
                <a:spcPts val="0"/>
              </a:spcBef>
              <a:spcAft>
                <a:spcPts val="0"/>
              </a:spcAft>
              <a:buClr>
                <a:schemeClr val="dk1"/>
              </a:buClr>
              <a:buSzPts val="6000"/>
              <a:buNone/>
              <a:defRPr sz="6000">
                <a:solidFill>
                  <a:schemeClr val="dk1"/>
                </a:solidFill>
              </a:defRPr>
            </a:lvl7pPr>
            <a:lvl8pPr lvl="7">
              <a:lnSpc>
                <a:spcPct val="70000"/>
              </a:lnSpc>
              <a:spcBef>
                <a:spcPts val="0"/>
              </a:spcBef>
              <a:spcAft>
                <a:spcPts val="0"/>
              </a:spcAft>
              <a:buClr>
                <a:schemeClr val="dk1"/>
              </a:buClr>
              <a:buSzPts val="6000"/>
              <a:buNone/>
              <a:defRPr sz="6000">
                <a:solidFill>
                  <a:schemeClr val="dk1"/>
                </a:solidFill>
              </a:defRPr>
            </a:lvl8pPr>
            <a:lvl9pPr lvl="8">
              <a:lnSpc>
                <a:spcPct val="70000"/>
              </a:lnSpc>
              <a:spcBef>
                <a:spcPts val="0"/>
              </a:spcBef>
              <a:spcAft>
                <a:spcPts val="0"/>
              </a:spcAft>
              <a:buClr>
                <a:schemeClr val="dk1"/>
              </a:buClr>
              <a:buSzPts val="6000"/>
              <a:buNone/>
              <a:defRPr sz="6000">
                <a:solidFill>
                  <a:schemeClr val="dk1"/>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20">
    <p:spTree>
      <p:nvGrpSpPr>
        <p:cNvPr id="256" name="Shape 256"/>
        <p:cNvGrpSpPr/>
        <p:nvPr/>
      </p:nvGrpSpPr>
      <p:grpSpPr>
        <a:xfrm>
          <a:off x="0" y="0"/>
          <a:ext cx="0" cy="0"/>
          <a:chOff x="0" y="0"/>
          <a:chExt cx="0" cy="0"/>
        </a:xfrm>
      </p:grpSpPr>
      <p:sp>
        <p:nvSpPr>
          <p:cNvPr id="257" name="Google Shape;257;p50"/>
          <p:cNvSpPr txBox="1"/>
          <p:nvPr>
            <p:ph type="title"/>
          </p:nvPr>
        </p:nvSpPr>
        <p:spPr>
          <a:xfrm>
            <a:off x="190138" y="316672"/>
            <a:ext cx="50475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258" name="Google Shape;258;p50"/>
          <p:cNvSpPr txBox="1"/>
          <p:nvPr>
            <p:ph idx="1" type="body"/>
          </p:nvPr>
        </p:nvSpPr>
        <p:spPr>
          <a:xfrm>
            <a:off x="2038200" y="2031375"/>
            <a:ext cx="4381800" cy="1016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9" name="Google Shape;259;p50"/>
          <p:cNvSpPr txBox="1"/>
          <p:nvPr>
            <p:ph idx="2" type="subTitle"/>
          </p:nvPr>
        </p:nvSpPr>
        <p:spPr>
          <a:xfrm>
            <a:off x="2038200" y="1510275"/>
            <a:ext cx="43818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60" name="Google Shape;260;p50"/>
          <p:cNvSpPr txBox="1"/>
          <p:nvPr>
            <p:ph idx="3" type="body"/>
          </p:nvPr>
        </p:nvSpPr>
        <p:spPr>
          <a:xfrm>
            <a:off x="2038200" y="3733175"/>
            <a:ext cx="4381800" cy="1016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1" name="Google Shape;261;p50"/>
          <p:cNvSpPr txBox="1"/>
          <p:nvPr>
            <p:ph idx="4" type="subTitle"/>
          </p:nvPr>
        </p:nvSpPr>
        <p:spPr>
          <a:xfrm>
            <a:off x="2038200" y="3212075"/>
            <a:ext cx="4381800" cy="5973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62" name="Google Shape;262;p50"/>
          <p:cNvSpPr/>
          <p:nvPr>
            <p:ph idx="5" type="pic"/>
          </p:nvPr>
        </p:nvSpPr>
        <p:spPr>
          <a:xfrm>
            <a:off x="317500" y="1574775"/>
            <a:ext cx="1473300" cy="1473300"/>
          </a:xfrm>
          <a:prstGeom prst="ellipse">
            <a:avLst/>
          </a:prstGeom>
          <a:noFill/>
          <a:ln>
            <a:noFill/>
          </a:ln>
        </p:spPr>
      </p:sp>
      <p:sp>
        <p:nvSpPr>
          <p:cNvPr id="263" name="Google Shape;263;p50"/>
          <p:cNvSpPr/>
          <p:nvPr>
            <p:ph idx="6" type="pic"/>
          </p:nvPr>
        </p:nvSpPr>
        <p:spPr>
          <a:xfrm>
            <a:off x="317500" y="3276575"/>
            <a:ext cx="1473300" cy="1473300"/>
          </a:xfrm>
          <a:prstGeom prst="ellipse">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20_1">
    <p:spTree>
      <p:nvGrpSpPr>
        <p:cNvPr id="264" name="Shape 264"/>
        <p:cNvGrpSpPr/>
        <p:nvPr/>
      </p:nvGrpSpPr>
      <p:grpSpPr>
        <a:xfrm>
          <a:off x="0" y="0"/>
          <a:ext cx="0" cy="0"/>
          <a:chOff x="0" y="0"/>
          <a:chExt cx="0" cy="0"/>
        </a:xfrm>
      </p:grpSpPr>
      <p:sp>
        <p:nvSpPr>
          <p:cNvPr id="265" name="Google Shape;265;p51"/>
          <p:cNvSpPr txBox="1"/>
          <p:nvPr>
            <p:ph type="title"/>
          </p:nvPr>
        </p:nvSpPr>
        <p:spPr>
          <a:xfrm>
            <a:off x="190138" y="316672"/>
            <a:ext cx="50475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266" name="Google Shape;266;p51"/>
          <p:cNvSpPr txBox="1"/>
          <p:nvPr>
            <p:ph idx="1" type="body"/>
          </p:nvPr>
        </p:nvSpPr>
        <p:spPr>
          <a:xfrm>
            <a:off x="317500" y="3823253"/>
            <a:ext cx="2782800" cy="995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7" name="Google Shape;267;p51"/>
          <p:cNvSpPr txBox="1"/>
          <p:nvPr>
            <p:ph idx="2" type="subTitle"/>
          </p:nvPr>
        </p:nvSpPr>
        <p:spPr>
          <a:xfrm>
            <a:off x="317500" y="3264450"/>
            <a:ext cx="2782800" cy="5589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68" name="Google Shape;268;p51"/>
          <p:cNvSpPr/>
          <p:nvPr>
            <p:ph idx="3" type="pic"/>
          </p:nvPr>
        </p:nvSpPr>
        <p:spPr>
          <a:xfrm>
            <a:off x="317500" y="1701775"/>
            <a:ext cx="1473300" cy="1473300"/>
          </a:xfrm>
          <a:prstGeom prst="ellipse">
            <a:avLst/>
          </a:prstGeom>
          <a:noFill/>
          <a:ln>
            <a:noFill/>
          </a:ln>
        </p:spPr>
      </p:sp>
      <p:sp>
        <p:nvSpPr>
          <p:cNvPr id="269" name="Google Shape;269;p51"/>
          <p:cNvSpPr txBox="1"/>
          <p:nvPr>
            <p:ph idx="4" type="body"/>
          </p:nvPr>
        </p:nvSpPr>
        <p:spPr>
          <a:xfrm>
            <a:off x="3209550" y="3823253"/>
            <a:ext cx="2782800" cy="995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0" name="Google Shape;270;p51"/>
          <p:cNvSpPr txBox="1"/>
          <p:nvPr>
            <p:ph idx="5" type="subTitle"/>
          </p:nvPr>
        </p:nvSpPr>
        <p:spPr>
          <a:xfrm>
            <a:off x="3209550" y="3264450"/>
            <a:ext cx="2782800" cy="5589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71" name="Google Shape;271;p51"/>
          <p:cNvSpPr txBox="1"/>
          <p:nvPr>
            <p:ph idx="6" type="body"/>
          </p:nvPr>
        </p:nvSpPr>
        <p:spPr>
          <a:xfrm>
            <a:off x="6101600" y="3823253"/>
            <a:ext cx="2782800" cy="995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2" name="Google Shape;272;p51"/>
          <p:cNvSpPr txBox="1"/>
          <p:nvPr>
            <p:ph idx="7" type="subTitle"/>
          </p:nvPr>
        </p:nvSpPr>
        <p:spPr>
          <a:xfrm>
            <a:off x="6101600" y="3264450"/>
            <a:ext cx="2782800" cy="558900"/>
          </a:xfrm>
          <a:prstGeom prst="rect">
            <a:avLst/>
          </a:prstGeom>
        </p:spPr>
        <p:txBody>
          <a:bodyPr anchorCtr="0" anchor="t" bIns="91425" lIns="91425" spcFirstLastPara="1" rIns="91425" wrap="square" tIns="91425">
            <a:no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73" name="Google Shape;273;p51"/>
          <p:cNvSpPr/>
          <p:nvPr>
            <p:ph idx="8" type="pic"/>
          </p:nvPr>
        </p:nvSpPr>
        <p:spPr>
          <a:xfrm>
            <a:off x="3209550" y="1701775"/>
            <a:ext cx="1473300" cy="1473300"/>
          </a:xfrm>
          <a:prstGeom prst="ellipse">
            <a:avLst/>
          </a:prstGeom>
          <a:noFill/>
          <a:ln>
            <a:noFill/>
          </a:ln>
        </p:spPr>
      </p:sp>
      <p:sp>
        <p:nvSpPr>
          <p:cNvPr id="274" name="Google Shape;274;p51"/>
          <p:cNvSpPr/>
          <p:nvPr>
            <p:ph idx="9" type="pic"/>
          </p:nvPr>
        </p:nvSpPr>
        <p:spPr>
          <a:xfrm>
            <a:off x="6101600" y="1701775"/>
            <a:ext cx="1473300" cy="1473300"/>
          </a:xfrm>
          <a:prstGeom prst="ellipse">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20_1_1">
    <p:bg>
      <p:bgPr>
        <a:solidFill>
          <a:schemeClr val="dk1"/>
        </a:solidFill>
      </p:bgPr>
    </p:bg>
    <p:spTree>
      <p:nvGrpSpPr>
        <p:cNvPr id="275" name="Shape 275"/>
        <p:cNvGrpSpPr/>
        <p:nvPr/>
      </p:nvGrpSpPr>
      <p:grpSpPr>
        <a:xfrm>
          <a:off x="0" y="0"/>
          <a:ext cx="0" cy="0"/>
          <a:chOff x="0" y="0"/>
          <a:chExt cx="0" cy="0"/>
        </a:xfrm>
      </p:grpSpPr>
      <p:sp>
        <p:nvSpPr>
          <p:cNvPr id="276" name="Google Shape;276;p52"/>
          <p:cNvSpPr/>
          <p:nvPr>
            <p:ph idx="2" type="pic"/>
          </p:nvPr>
        </p:nvSpPr>
        <p:spPr>
          <a:xfrm>
            <a:off x="0" y="0"/>
            <a:ext cx="9144000" cy="5143500"/>
          </a:xfrm>
          <a:prstGeom prst="roundRect">
            <a:avLst>
              <a:gd fmla="val 50000" name="adj"/>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20_1_1_1">
    <p:bg>
      <p:bgPr>
        <a:solidFill>
          <a:schemeClr val="accent2"/>
        </a:solidFill>
      </p:bgPr>
    </p:bg>
    <p:spTree>
      <p:nvGrpSpPr>
        <p:cNvPr id="277" name="Shape 277"/>
        <p:cNvGrpSpPr/>
        <p:nvPr/>
      </p:nvGrpSpPr>
      <p:grpSpPr>
        <a:xfrm>
          <a:off x="0" y="0"/>
          <a:ext cx="0" cy="0"/>
          <a:chOff x="0" y="0"/>
          <a:chExt cx="0" cy="0"/>
        </a:xfrm>
      </p:grpSpPr>
      <p:sp>
        <p:nvSpPr>
          <p:cNvPr id="278" name="Google Shape;278;p53"/>
          <p:cNvSpPr txBox="1"/>
          <p:nvPr>
            <p:ph type="title"/>
          </p:nvPr>
        </p:nvSpPr>
        <p:spPr>
          <a:xfrm>
            <a:off x="190138" y="316672"/>
            <a:ext cx="5047500" cy="92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000"/>
              <a:buNone/>
              <a:defRPr sz="4000">
                <a:solidFill>
                  <a:schemeClr val="dk1"/>
                </a:solidFill>
              </a:defRPr>
            </a:lvl1pPr>
            <a:lvl2pPr lvl="1">
              <a:spcBef>
                <a:spcPts val="0"/>
              </a:spcBef>
              <a:spcAft>
                <a:spcPts val="0"/>
              </a:spcAft>
              <a:buClr>
                <a:schemeClr val="dk1"/>
              </a:buClr>
              <a:buSzPts val="7000"/>
              <a:buNone/>
              <a:defRPr>
                <a:solidFill>
                  <a:schemeClr val="dk1"/>
                </a:solidFill>
              </a:defRPr>
            </a:lvl2pPr>
            <a:lvl3pPr lvl="2">
              <a:spcBef>
                <a:spcPts val="0"/>
              </a:spcBef>
              <a:spcAft>
                <a:spcPts val="0"/>
              </a:spcAft>
              <a:buClr>
                <a:schemeClr val="dk1"/>
              </a:buClr>
              <a:buSzPts val="7000"/>
              <a:buNone/>
              <a:defRPr>
                <a:solidFill>
                  <a:schemeClr val="dk1"/>
                </a:solidFill>
              </a:defRPr>
            </a:lvl3pPr>
            <a:lvl4pPr lvl="3">
              <a:spcBef>
                <a:spcPts val="0"/>
              </a:spcBef>
              <a:spcAft>
                <a:spcPts val="0"/>
              </a:spcAft>
              <a:buClr>
                <a:schemeClr val="dk1"/>
              </a:buClr>
              <a:buSzPts val="7000"/>
              <a:buNone/>
              <a:defRPr>
                <a:solidFill>
                  <a:schemeClr val="dk1"/>
                </a:solidFill>
              </a:defRPr>
            </a:lvl4pPr>
            <a:lvl5pPr lvl="4">
              <a:spcBef>
                <a:spcPts val="0"/>
              </a:spcBef>
              <a:spcAft>
                <a:spcPts val="0"/>
              </a:spcAft>
              <a:buClr>
                <a:schemeClr val="dk1"/>
              </a:buClr>
              <a:buSzPts val="7000"/>
              <a:buNone/>
              <a:defRPr>
                <a:solidFill>
                  <a:schemeClr val="dk1"/>
                </a:solidFill>
              </a:defRPr>
            </a:lvl5pPr>
            <a:lvl6pPr lvl="5">
              <a:spcBef>
                <a:spcPts val="0"/>
              </a:spcBef>
              <a:spcAft>
                <a:spcPts val="0"/>
              </a:spcAft>
              <a:buClr>
                <a:schemeClr val="dk1"/>
              </a:buClr>
              <a:buSzPts val="7000"/>
              <a:buNone/>
              <a:defRPr>
                <a:solidFill>
                  <a:schemeClr val="dk1"/>
                </a:solidFill>
              </a:defRPr>
            </a:lvl6pPr>
            <a:lvl7pPr lvl="6">
              <a:spcBef>
                <a:spcPts val="0"/>
              </a:spcBef>
              <a:spcAft>
                <a:spcPts val="0"/>
              </a:spcAft>
              <a:buClr>
                <a:schemeClr val="dk1"/>
              </a:buClr>
              <a:buSzPts val="7000"/>
              <a:buNone/>
              <a:defRPr>
                <a:solidFill>
                  <a:schemeClr val="dk1"/>
                </a:solidFill>
              </a:defRPr>
            </a:lvl7pPr>
            <a:lvl8pPr lvl="7">
              <a:spcBef>
                <a:spcPts val="0"/>
              </a:spcBef>
              <a:spcAft>
                <a:spcPts val="0"/>
              </a:spcAft>
              <a:buClr>
                <a:schemeClr val="dk1"/>
              </a:buClr>
              <a:buSzPts val="7000"/>
              <a:buNone/>
              <a:defRPr>
                <a:solidFill>
                  <a:schemeClr val="dk1"/>
                </a:solidFill>
              </a:defRPr>
            </a:lvl8pPr>
            <a:lvl9pPr lvl="8">
              <a:spcBef>
                <a:spcPts val="0"/>
              </a:spcBef>
              <a:spcAft>
                <a:spcPts val="0"/>
              </a:spcAft>
              <a:buClr>
                <a:schemeClr val="dk1"/>
              </a:buClr>
              <a:buSzPts val="7000"/>
              <a:buNone/>
              <a:defRPr>
                <a:solidFill>
                  <a:schemeClr val="dk1"/>
                </a:solidFill>
              </a:defRPr>
            </a:lvl9pPr>
          </a:lstStyle>
          <a:p/>
        </p:txBody>
      </p:sp>
      <p:sp>
        <p:nvSpPr>
          <p:cNvPr id="279" name="Google Shape;279;p53"/>
          <p:cNvSpPr/>
          <p:nvPr>
            <p:ph idx="2" type="pic"/>
          </p:nvPr>
        </p:nvSpPr>
        <p:spPr>
          <a:xfrm>
            <a:off x="323400" y="1802850"/>
            <a:ext cx="2635800" cy="1482600"/>
          </a:xfrm>
          <a:prstGeom prst="roundRect">
            <a:avLst>
              <a:gd fmla="val 50000" name="adj"/>
            </a:avLst>
          </a:prstGeom>
          <a:noFill/>
          <a:ln>
            <a:noFill/>
          </a:ln>
        </p:spPr>
      </p:sp>
      <p:sp>
        <p:nvSpPr>
          <p:cNvPr id="280" name="Google Shape;280;p53"/>
          <p:cNvSpPr/>
          <p:nvPr>
            <p:ph idx="3" type="pic"/>
          </p:nvPr>
        </p:nvSpPr>
        <p:spPr>
          <a:xfrm>
            <a:off x="3034200" y="1802850"/>
            <a:ext cx="1482600" cy="1482600"/>
          </a:xfrm>
          <a:prstGeom prst="ellipse">
            <a:avLst/>
          </a:prstGeom>
          <a:noFill/>
          <a:ln>
            <a:noFill/>
          </a:ln>
        </p:spPr>
      </p:sp>
      <p:sp>
        <p:nvSpPr>
          <p:cNvPr id="281" name="Google Shape;281;p53"/>
          <p:cNvSpPr/>
          <p:nvPr>
            <p:ph idx="4" type="pic"/>
          </p:nvPr>
        </p:nvSpPr>
        <p:spPr>
          <a:xfrm>
            <a:off x="4591800" y="1802850"/>
            <a:ext cx="2635800" cy="1482600"/>
          </a:xfrm>
          <a:prstGeom prst="roundRect">
            <a:avLst>
              <a:gd fmla="val 50000" name="adj"/>
            </a:avLst>
          </a:prstGeom>
          <a:noFill/>
          <a:ln>
            <a:noFill/>
          </a:ln>
        </p:spPr>
      </p:sp>
      <p:sp>
        <p:nvSpPr>
          <p:cNvPr id="282" name="Google Shape;282;p53"/>
          <p:cNvSpPr/>
          <p:nvPr>
            <p:ph idx="5" type="pic"/>
          </p:nvPr>
        </p:nvSpPr>
        <p:spPr>
          <a:xfrm>
            <a:off x="7302600" y="1802850"/>
            <a:ext cx="1482600" cy="1482600"/>
          </a:xfrm>
          <a:prstGeom prst="ellipse">
            <a:avLst/>
          </a:prstGeom>
          <a:noFill/>
          <a:ln>
            <a:noFill/>
          </a:ln>
        </p:spPr>
      </p:sp>
      <p:sp>
        <p:nvSpPr>
          <p:cNvPr id="283" name="Google Shape;283;p53"/>
          <p:cNvSpPr/>
          <p:nvPr>
            <p:ph idx="6" type="pic"/>
          </p:nvPr>
        </p:nvSpPr>
        <p:spPr>
          <a:xfrm>
            <a:off x="323400" y="3435210"/>
            <a:ext cx="1399500" cy="1399500"/>
          </a:xfrm>
          <a:prstGeom prst="ellipse">
            <a:avLst/>
          </a:prstGeom>
          <a:noFill/>
          <a:ln>
            <a:noFill/>
          </a:ln>
        </p:spPr>
      </p:sp>
      <p:sp>
        <p:nvSpPr>
          <p:cNvPr id="284" name="Google Shape;284;p53"/>
          <p:cNvSpPr/>
          <p:nvPr>
            <p:ph idx="7" type="pic"/>
          </p:nvPr>
        </p:nvSpPr>
        <p:spPr>
          <a:xfrm>
            <a:off x="1793844" y="3435210"/>
            <a:ext cx="1965000" cy="1399500"/>
          </a:xfrm>
          <a:prstGeom prst="roundRect">
            <a:avLst>
              <a:gd fmla="val 50000" name="adj"/>
            </a:avLst>
          </a:prstGeom>
          <a:noFill/>
          <a:ln>
            <a:noFill/>
          </a:ln>
        </p:spPr>
      </p:sp>
      <p:sp>
        <p:nvSpPr>
          <p:cNvPr id="285" name="Google Shape;285;p53"/>
          <p:cNvSpPr/>
          <p:nvPr>
            <p:ph idx="8" type="pic"/>
          </p:nvPr>
        </p:nvSpPr>
        <p:spPr>
          <a:xfrm>
            <a:off x="3829582" y="3435210"/>
            <a:ext cx="1399500" cy="1399500"/>
          </a:xfrm>
          <a:prstGeom prst="ellipse">
            <a:avLst/>
          </a:prstGeom>
          <a:noFill/>
          <a:ln>
            <a:noFill/>
          </a:ln>
        </p:spPr>
      </p:sp>
      <p:sp>
        <p:nvSpPr>
          <p:cNvPr id="286" name="Google Shape;286;p53"/>
          <p:cNvSpPr/>
          <p:nvPr>
            <p:ph idx="9" type="pic"/>
          </p:nvPr>
        </p:nvSpPr>
        <p:spPr>
          <a:xfrm>
            <a:off x="5324949" y="3435210"/>
            <a:ext cx="1965000" cy="1399500"/>
          </a:xfrm>
          <a:prstGeom prst="roundRect">
            <a:avLst>
              <a:gd fmla="val 50000" name="adj"/>
            </a:avLst>
          </a:prstGeom>
          <a:noFill/>
          <a:ln>
            <a:noFill/>
          </a:ln>
        </p:spPr>
      </p:sp>
      <p:sp>
        <p:nvSpPr>
          <p:cNvPr id="287" name="Google Shape;287;p53"/>
          <p:cNvSpPr/>
          <p:nvPr>
            <p:ph idx="13" type="pic"/>
          </p:nvPr>
        </p:nvSpPr>
        <p:spPr>
          <a:xfrm>
            <a:off x="7385610" y="3435210"/>
            <a:ext cx="1399500" cy="1399500"/>
          </a:xfrm>
          <a:prstGeom prst="ellipse">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1">
    <p:spTree>
      <p:nvGrpSpPr>
        <p:cNvPr id="288" name="Shape 28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theme" Target="../theme/theme2.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23400" y="160150"/>
            <a:ext cx="8232300" cy="1424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7000"/>
              <a:buFont typeface="Taviraj Light"/>
              <a:buNone/>
              <a:defRPr sz="7000">
                <a:latin typeface="Taviraj Light"/>
                <a:ea typeface="Taviraj Light"/>
                <a:cs typeface="Taviraj Light"/>
                <a:sym typeface="Taviraj Light"/>
              </a:defRPr>
            </a:lvl1pPr>
            <a:lvl2pPr lvl="1">
              <a:spcBef>
                <a:spcPts val="0"/>
              </a:spcBef>
              <a:spcAft>
                <a:spcPts val="0"/>
              </a:spcAft>
              <a:buSzPts val="7000"/>
              <a:buFont typeface="Taviraj Light"/>
              <a:buNone/>
              <a:defRPr sz="7000">
                <a:latin typeface="Taviraj Light"/>
                <a:ea typeface="Taviraj Light"/>
                <a:cs typeface="Taviraj Light"/>
                <a:sym typeface="Taviraj Light"/>
              </a:defRPr>
            </a:lvl2pPr>
            <a:lvl3pPr lvl="2">
              <a:spcBef>
                <a:spcPts val="0"/>
              </a:spcBef>
              <a:spcAft>
                <a:spcPts val="0"/>
              </a:spcAft>
              <a:buSzPts val="7000"/>
              <a:buFont typeface="Taviraj Light"/>
              <a:buNone/>
              <a:defRPr sz="7000">
                <a:latin typeface="Taviraj Light"/>
                <a:ea typeface="Taviraj Light"/>
                <a:cs typeface="Taviraj Light"/>
                <a:sym typeface="Taviraj Light"/>
              </a:defRPr>
            </a:lvl3pPr>
            <a:lvl4pPr lvl="3">
              <a:spcBef>
                <a:spcPts val="0"/>
              </a:spcBef>
              <a:spcAft>
                <a:spcPts val="0"/>
              </a:spcAft>
              <a:buSzPts val="7000"/>
              <a:buFont typeface="Taviraj Light"/>
              <a:buNone/>
              <a:defRPr sz="7000">
                <a:latin typeface="Taviraj Light"/>
                <a:ea typeface="Taviraj Light"/>
                <a:cs typeface="Taviraj Light"/>
                <a:sym typeface="Taviraj Light"/>
              </a:defRPr>
            </a:lvl4pPr>
            <a:lvl5pPr lvl="4">
              <a:spcBef>
                <a:spcPts val="0"/>
              </a:spcBef>
              <a:spcAft>
                <a:spcPts val="0"/>
              </a:spcAft>
              <a:buSzPts val="7000"/>
              <a:buFont typeface="Taviraj Light"/>
              <a:buNone/>
              <a:defRPr sz="7000">
                <a:latin typeface="Taviraj Light"/>
                <a:ea typeface="Taviraj Light"/>
                <a:cs typeface="Taviraj Light"/>
                <a:sym typeface="Taviraj Light"/>
              </a:defRPr>
            </a:lvl5pPr>
            <a:lvl6pPr lvl="5">
              <a:spcBef>
                <a:spcPts val="0"/>
              </a:spcBef>
              <a:spcAft>
                <a:spcPts val="0"/>
              </a:spcAft>
              <a:buSzPts val="7000"/>
              <a:buFont typeface="Taviraj Light"/>
              <a:buNone/>
              <a:defRPr sz="7000">
                <a:latin typeface="Taviraj Light"/>
                <a:ea typeface="Taviraj Light"/>
                <a:cs typeface="Taviraj Light"/>
                <a:sym typeface="Taviraj Light"/>
              </a:defRPr>
            </a:lvl6pPr>
            <a:lvl7pPr lvl="6">
              <a:spcBef>
                <a:spcPts val="0"/>
              </a:spcBef>
              <a:spcAft>
                <a:spcPts val="0"/>
              </a:spcAft>
              <a:buSzPts val="7000"/>
              <a:buFont typeface="Taviraj Light"/>
              <a:buNone/>
              <a:defRPr sz="7000">
                <a:latin typeface="Taviraj Light"/>
                <a:ea typeface="Taviraj Light"/>
                <a:cs typeface="Taviraj Light"/>
                <a:sym typeface="Taviraj Light"/>
              </a:defRPr>
            </a:lvl7pPr>
            <a:lvl8pPr lvl="7">
              <a:spcBef>
                <a:spcPts val="0"/>
              </a:spcBef>
              <a:spcAft>
                <a:spcPts val="0"/>
              </a:spcAft>
              <a:buSzPts val="7000"/>
              <a:buFont typeface="Taviraj Light"/>
              <a:buNone/>
              <a:defRPr sz="7000">
                <a:latin typeface="Taviraj Light"/>
                <a:ea typeface="Taviraj Light"/>
                <a:cs typeface="Taviraj Light"/>
                <a:sym typeface="Taviraj Light"/>
              </a:defRPr>
            </a:lvl8pPr>
            <a:lvl9pPr lvl="8">
              <a:spcBef>
                <a:spcPts val="0"/>
              </a:spcBef>
              <a:spcAft>
                <a:spcPts val="0"/>
              </a:spcAft>
              <a:buSzPts val="7000"/>
              <a:buFont typeface="Taviraj Light"/>
              <a:buNone/>
              <a:defRPr sz="7000">
                <a:latin typeface="Taviraj Light"/>
                <a:ea typeface="Taviraj Light"/>
                <a:cs typeface="Taviraj Light"/>
                <a:sym typeface="Taviraj Light"/>
              </a:defRPr>
            </a:lvl9pPr>
          </a:lstStyle>
          <a:p/>
        </p:txBody>
      </p:sp>
      <p:sp>
        <p:nvSpPr>
          <p:cNvPr id="52" name="Google Shape;52;p13"/>
          <p:cNvSpPr txBox="1"/>
          <p:nvPr>
            <p:ph idx="1" type="body"/>
          </p:nvPr>
        </p:nvSpPr>
        <p:spPr>
          <a:xfrm>
            <a:off x="4572000" y="1879700"/>
            <a:ext cx="4396500" cy="29250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Font typeface="Taviraj Light"/>
              <a:buChar char="●"/>
              <a:defRPr>
                <a:latin typeface="Taviraj Light"/>
                <a:ea typeface="Taviraj Light"/>
                <a:cs typeface="Taviraj Light"/>
                <a:sym typeface="Taviraj Light"/>
              </a:defRPr>
            </a:lvl1pPr>
            <a:lvl2pPr indent="-317500" lvl="1" marL="914400">
              <a:spcBef>
                <a:spcPts val="0"/>
              </a:spcBef>
              <a:spcAft>
                <a:spcPts val="0"/>
              </a:spcAft>
              <a:buSzPts val="1400"/>
              <a:buFont typeface="Taviraj Light"/>
              <a:buChar char="○"/>
              <a:defRPr>
                <a:latin typeface="Taviraj Light"/>
                <a:ea typeface="Taviraj Light"/>
                <a:cs typeface="Taviraj Light"/>
                <a:sym typeface="Taviraj Light"/>
              </a:defRPr>
            </a:lvl2pPr>
            <a:lvl3pPr indent="-317500" lvl="2" marL="1371600">
              <a:spcBef>
                <a:spcPts val="0"/>
              </a:spcBef>
              <a:spcAft>
                <a:spcPts val="0"/>
              </a:spcAft>
              <a:buSzPts val="1400"/>
              <a:buFont typeface="Taviraj Light"/>
              <a:buChar char="■"/>
              <a:defRPr>
                <a:latin typeface="Taviraj Light"/>
                <a:ea typeface="Taviraj Light"/>
                <a:cs typeface="Taviraj Light"/>
                <a:sym typeface="Taviraj Light"/>
              </a:defRPr>
            </a:lvl3pPr>
            <a:lvl4pPr indent="-317500" lvl="3" marL="1828800">
              <a:spcBef>
                <a:spcPts val="0"/>
              </a:spcBef>
              <a:spcAft>
                <a:spcPts val="0"/>
              </a:spcAft>
              <a:buSzPts val="1400"/>
              <a:buFont typeface="Taviraj Light"/>
              <a:buChar char="●"/>
              <a:defRPr>
                <a:latin typeface="Taviraj Light"/>
                <a:ea typeface="Taviraj Light"/>
                <a:cs typeface="Taviraj Light"/>
                <a:sym typeface="Taviraj Light"/>
              </a:defRPr>
            </a:lvl4pPr>
            <a:lvl5pPr indent="-317500" lvl="4" marL="2286000">
              <a:spcBef>
                <a:spcPts val="0"/>
              </a:spcBef>
              <a:spcAft>
                <a:spcPts val="0"/>
              </a:spcAft>
              <a:buSzPts val="1400"/>
              <a:buFont typeface="Taviraj Light"/>
              <a:buChar char="○"/>
              <a:defRPr>
                <a:latin typeface="Taviraj Light"/>
                <a:ea typeface="Taviraj Light"/>
                <a:cs typeface="Taviraj Light"/>
                <a:sym typeface="Taviraj Light"/>
              </a:defRPr>
            </a:lvl5pPr>
            <a:lvl6pPr indent="-317500" lvl="5" marL="2743200">
              <a:spcBef>
                <a:spcPts val="0"/>
              </a:spcBef>
              <a:spcAft>
                <a:spcPts val="0"/>
              </a:spcAft>
              <a:buSzPts val="1400"/>
              <a:buFont typeface="Taviraj Light"/>
              <a:buChar char="■"/>
              <a:defRPr>
                <a:latin typeface="Taviraj Light"/>
                <a:ea typeface="Taviraj Light"/>
                <a:cs typeface="Taviraj Light"/>
                <a:sym typeface="Taviraj Light"/>
              </a:defRPr>
            </a:lvl6pPr>
            <a:lvl7pPr indent="-317500" lvl="6" marL="3200400">
              <a:spcBef>
                <a:spcPts val="0"/>
              </a:spcBef>
              <a:spcAft>
                <a:spcPts val="0"/>
              </a:spcAft>
              <a:buSzPts val="1400"/>
              <a:buFont typeface="Taviraj Light"/>
              <a:buChar char="●"/>
              <a:defRPr>
                <a:latin typeface="Taviraj Light"/>
                <a:ea typeface="Taviraj Light"/>
                <a:cs typeface="Taviraj Light"/>
                <a:sym typeface="Taviraj Light"/>
              </a:defRPr>
            </a:lvl7pPr>
            <a:lvl8pPr indent="-317500" lvl="7" marL="3657600">
              <a:spcBef>
                <a:spcPts val="0"/>
              </a:spcBef>
              <a:spcAft>
                <a:spcPts val="0"/>
              </a:spcAft>
              <a:buSzPts val="1400"/>
              <a:buFont typeface="Taviraj Light"/>
              <a:buChar char="○"/>
              <a:defRPr>
                <a:latin typeface="Taviraj Light"/>
                <a:ea typeface="Taviraj Light"/>
                <a:cs typeface="Taviraj Light"/>
                <a:sym typeface="Taviraj Light"/>
              </a:defRPr>
            </a:lvl8pPr>
            <a:lvl9pPr indent="-317500" lvl="8" marL="4114800">
              <a:spcBef>
                <a:spcPts val="0"/>
              </a:spcBef>
              <a:spcAft>
                <a:spcPts val="0"/>
              </a:spcAft>
              <a:buSzPts val="1400"/>
              <a:buFont typeface="Taviraj Light"/>
              <a:buChar char="■"/>
              <a:defRPr>
                <a:latin typeface="Taviraj Light"/>
                <a:ea typeface="Taviraj Light"/>
                <a:cs typeface="Taviraj Light"/>
                <a:sym typeface="Taviraj Ligh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rgbClr val="E46962"/>
          </p15:clr>
        </p15:guide>
        <p15:guide id="2" pos="546">
          <p15:clr>
            <a:srgbClr val="E46962"/>
          </p15:clr>
        </p15:guide>
        <p15:guide id="3" pos="1432">
          <p15:clr>
            <a:srgbClr val="E46962"/>
          </p15:clr>
        </p15:guide>
        <p15:guide id="4" pos="2880">
          <p15:clr>
            <a:srgbClr val="E46962"/>
          </p15:clr>
        </p15:guide>
        <p15:guide id="5" pos="431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900"/>
              <a:t>Reasoning</a:t>
            </a:r>
            <a:r>
              <a:rPr lang="en" sz="3900"/>
              <a:t> vs Reciting in LMs</a:t>
            </a:r>
            <a:endParaRPr sz="3900"/>
          </a:p>
        </p:txBody>
      </p:sp>
      <p:sp>
        <p:nvSpPr>
          <p:cNvPr id="294" name="Google Shape;294;p5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6"/>
          <p:cNvSpPr txBox="1"/>
          <p:nvPr>
            <p:ph type="title"/>
          </p:nvPr>
        </p:nvSpPr>
        <p:spPr>
          <a:xfrm>
            <a:off x="217263" y="609100"/>
            <a:ext cx="8406000" cy="160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990"/>
              <a:buFont typeface="Arial"/>
              <a:buNone/>
            </a:pPr>
            <a:r>
              <a:rPr b="1" lang="en" sz="3900">
                <a:solidFill>
                  <a:srgbClr val="000000"/>
                </a:solidFill>
                <a:latin typeface="Times New Roman"/>
                <a:ea typeface="Times New Roman"/>
                <a:cs typeface="Times New Roman"/>
                <a:sym typeface="Times New Roman"/>
              </a:rPr>
              <a:t>Reasoning vs Reciting in LMs</a:t>
            </a:r>
            <a:r>
              <a:rPr b="1" lang="en" sz="7010">
                <a:latin typeface="Times New Roman"/>
                <a:ea typeface="Times New Roman"/>
                <a:cs typeface="Times New Roman"/>
                <a:sym typeface="Times New Roman"/>
              </a:rPr>
              <a:t> </a:t>
            </a:r>
            <a:endParaRPr b="1" sz="7010">
              <a:latin typeface="Times New Roman"/>
              <a:ea typeface="Times New Roman"/>
              <a:cs typeface="Times New Roman"/>
              <a:sym typeface="Times New Roman"/>
            </a:endParaRPr>
          </a:p>
        </p:txBody>
      </p:sp>
      <p:sp>
        <p:nvSpPr>
          <p:cNvPr id="300" name="Google Shape;300;p56"/>
          <p:cNvSpPr txBox="1"/>
          <p:nvPr>
            <p:ph idx="1" type="subTitle"/>
          </p:nvPr>
        </p:nvSpPr>
        <p:spPr>
          <a:xfrm>
            <a:off x="1926050" y="3396025"/>
            <a:ext cx="2724000" cy="93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Ampili Karthikeyan</a:t>
            </a:r>
            <a:endParaRPr/>
          </a:p>
          <a:p>
            <a:pPr indent="0" lvl="0" marL="0" rtl="0" algn="ctr">
              <a:spcBef>
                <a:spcPts val="0"/>
              </a:spcBef>
              <a:spcAft>
                <a:spcPts val="0"/>
              </a:spcAft>
              <a:buNone/>
            </a:pPr>
            <a:r>
              <a:rPr lang="en"/>
              <a:t> </a:t>
            </a:r>
            <a:endParaRPr/>
          </a:p>
        </p:txBody>
      </p:sp>
      <p:sp>
        <p:nvSpPr>
          <p:cNvPr id="301" name="Google Shape;301;p56"/>
          <p:cNvSpPr txBox="1"/>
          <p:nvPr>
            <p:ph idx="2" type="subTitle"/>
          </p:nvPr>
        </p:nvSpPr>
        <p:spPr>
          <a:xfrm>
            <a:off x="6576050" y="3396025"/>
            <a:ext cx="2571600" cy="93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DEC</a:t>
            </a:r>
            <a:endParaRPr/>
          </a:p>
          <a:p>
            <a:pPr indent="0" lvl="0" marL="0" rtl="0" algn="ctr">
              <a:spcBef>
                <a:spcPts val="0"/>
              </a:spcBef>
              <a:spcAft>
                <a:spcPts val="0"/>
              </a:spcAft>
              <a:buNone/>
            </a:pPr>
            <a:r>
              <a:rPr lang="en"/>
              <a:t>2025</a:t>
            </a:r>
            <a:endParaRPr/>
          </a:p>
        </p:txBody>
      </p:sp>
      <p:sp>
        <p:nvSpPr>
          <p:cNvPr id="302" name="Google Shape;302;p56"/>
          <p:cNvSpPr txBox="1"/>
          <p:nvPr>
            <p:ph idx="3" type="subTitle"/>
          </p:nvPr>
        </p:nvSpPr>
        <p:spPr>
          <a:xfrm>
            <a:off x="7055300" y="0"/>
            <a:ext cx="2088600" cy="2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Precog Reading Task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Abstract </a:t>
            </a:r>
            <a:endParaRPr b="1">
              <a:latin typeface="Times New Roman"/>
              <a:ea typeface="Times New Roman"/>
              <a:cs typeface="Times New Roman"/>
              <a:sym typeface="Times New Roman"/>
            </a:endParaRPr>
          </a:p>
        </p:txBody>
      </p:sp>
      <p:sp>
        <p:nvSpPr>
          <p:cNvPr id="308" name="Google Shape;308;p57"/>
          <p:cNvSpPr txBox="1"/>
          <p:nvPr>
            <p:ph idx="1" type="body"/>
          </p:nvPr>
        </p:nvSpPr>
        <p:spPr>
          <a:xfrm>
            <a:off x="245225" y="1017725"/>
            <a:ext cx="8520600" cy="3416400"/>
          </a:xfrm>
          <a:prstGeom prst="rect">
            <a:avLst/>
          </a:prstGeom>
        </p:spPr>
        <p:txBody>
          <a:bodyPr anchorCtr="0" anchor="t" bIns="91425" lIns="91425" spcFirstLastPara="1" rIns="91425" wrap="square" tIns="91425">
            <a:noAutofit/>
          </a:bodyPr>
          <a:lstStyle/>
          <a:p>
            <a:pPr indent="-304800" lvl="0" marL="457200" rtl="0" algn="l">
              <a:spcBef>
                <a:spcPts val="1000"/>
              </a:spcBef>
              <a:spcAft>
                <a:spcPts val="0"/>
              </a:spcAft>
              <a:buClr>
                <a:srgbClr val="222222"/>
              </a:buClr>
              <a:buSzPts val="1200"/>
              <a:buFont typeface="Times New Roman"/>
              <a:buChar char="●"/>
            </a:pPr>
            <a:r>
              <a:rPr lang="en" sz="1200">
                <a:solidFill>
                  <a:schemeClr val="dk1"/>
                </a:solidFill>
                <a:latin typeface="Times New Roman"/>
                <a:ea typeface="Times New Roman"/>
                <a:cs typeface="Times New Roman"/>
                <a:sym typeface="Times New Roman"/>
              </a:rPr>
              <a:t>This is a fascinating study on how AI "thinks." It basically asks: Is the AI actually solving the logic of a problem, or is it just remembering the answer from a similar problem it saw before? </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 sz="1200">
                <a:solidFill>
                  <a:schemeClr val="dk1"/>
                </a:solidFill>
                <a:latin typeface="Times New Roman"/>
                <a:ea typeface="Times New Roman"/>
                <a:cs typeface="Times New Roman"/>
                <a:sym typeface="Times New Roman"/>
              </a:rPr>
              <a:t>The Big Question</a:t>
            </a:r>
            <a:endParaRPr b="1"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 Do Large Language Models (LLMs) have general reasoning skills they can use anywhere, or are they just really good at repeating specific patterns they learned during training?  </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Char char="●"/>
            </a:pPr>
            <a:r>
              <a:rPr b="1" lang="en" sz="1200">
                <a:solidFill>
                  <a:schemeClr val="dk1"/>
                </a:solidFill>
                <a:latin typeface="Times New Roman"/>
                <a:ea typeface="Times New Roman"/>
                <a:cs typeface="Times New Roman"/>
                <a:sym typeface="Times New Roman"/>
              </a:rPr>
              <a:t>The Experiment: </a:t>
            </a:r>
            <a:r>
              <a:rPr lang="en" sz="1200">
                <a:solidFill>
                  <a:schemeClr val="dk1"/>
                </a:solidFill>
                <a:latin typeface="Times New Roman"/>
                <a:ea typeface="Times New Roman"/>
                <a:cs typeface="Times New Roman"/>
                <a:sym typeface="Times New Roman"/>
              </a:rPr>
              <a:t>The "Counterfactual" Test</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To find out, researchers tested AI on 11 different tasks but added a twist. They created Counterfactual Variants—problems where the "default rules" were changed.</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Standard Task: "Solve this math problem using standard Base-10 numbers..</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Counterfactual Task: "Solve this same math problem, but imagine we are using Base-9 numbers." (A rule change that requires actual reasoning). </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AI models are like students who are great at passing practice exams but struggle when the teacher asks a "trick question" that requires applying the same logic in a new way. They have some abstract skills, but they aren't fully "universal" thinkers yet.</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Major Strengths of the Counterfactual Framework</a:t>
            </a:r>
            <a:endParaRPr b="1">
              <a:latin typeface="Times New Roman"/>
              <a:ea typeface="Times New Roman"/>
              <a:cs typeface="Times New Roman"/>
              <a:sym typeface="Times New Roman"/>
            </a:endParaRPr>
          </a:p>
        </p:txBody>
      </p:sp>
      <p:sp>
        <p:nvSpPr>
          <p:cNvPr id="314" name="Google Shape;314;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1000"/>
              </a:spcBef>
              <a:spcAft>
                <a:spcPts val="0"/>
              </a:spcAft>
              <a:buClr>
                <a:srgbClr val="222222"/>
              </a:buClr>
              <a:buSzPts val="1200"/>
              <a:buFont typeface="Times New Roman"/>
              <a:buChar char="●"/>
            </a:pPr>
            <a:r>
              <a:rPr lang="en" sz="1200">
                <a:solidFill>
                  <a:srgbClr val="222222"/>
                </a:solidFill>
                <a:highlight>
                  <a:srgbClr val="FFFFFF"/>
                </a:highlight>
                <a:latin typeface="Times New Roman"/>
                <a:ea typeface="Times New Roman"/>
                <a:cs typeface="Times New Roman"/>
                <a:sym typeface="Times New Roman"/>
              </a:rPr>
              <a:t>Counterfactual evaluation reveals whether LMs truly generalize tasks. </a:t>
            </a:r>
            <a:endParaRPr sz="1200">
              <a:solidFill>
                <a:srgbClr val="222222"/>
              </a:solidFill>
              <a:highlight>
                <a:srgbClr val="FFFFFF"/>
              </a:highlight>
              <a:latin typeface="Times New Roman"/>
              <a:ea typeface="Times New Roman"/>
              <a:cs typeface="Times New Roman"/>
              <a:sym typeface="Times New Roman"/>
            </a:endParaRPr>
          </a:p>
          <a:p>
            <a:pPr indent="-304800" lvl="0" marL="457200" rtl="0" algn="l">
              <a:spcBef>
                <a:spcPts val="0"/>
              </a:spcBef>
              <a:spcAft>
                <a:spcPts val="0"/>
              </a:spcAft>
              <a:buClr>
                <a:srgbClr val="222222"/>
              </a:buClr>
              <a:buSzPts val="1200"/>
              <a:buFont typeface="Times New Roman"/>
              <a:buChar char="●"/>
            </a:pPr>
            <a:r>
              <a:rPr lang="en" sz="1200">
                <a:solidFill>
                  <a:srgbClr val="222222"/>
                </a:solidFill>
                <a:highlight>
                  <a:srgbClr val="FFFFFF"/>
                </a:highlight>
                <a:latin typeface="Times New Roman"/>
                <a:ea typeface="Times New Roman"/>
                <a:cs typeface="Times New Roman"/>
                <a:sym typeface="Times New Roman"/>
              </a:rPr>
              <a:t>CCC ensures failures are not due to misunderstanding prompts. Approach highlights overfitting to default worlds vs. genuine task ability.</a:t>
            </a:r>
            <a:endParaRPr sz="1200">
              <a:solidFill>
                <a:srgbClr val="222222"/>
              </a:solidFill>
              <a:highlight>
                <a:srgbClr val="FFFFFF"/>
              </a:highlight>
              <a:latin typeface="Times New Roman"/>
              <a:ea typeface="Times New Roman"/>
              <a:cs typeface="Times New Roman"/>
              <a:sym typeface="Times New Roman"/>
            </a:endParaRPr>
          </a:p>
          <a:p>
            <a:pPr indent="-304800" lvl="0" marL="457200" rtl="0" algn="l">
              <a:spcBef>
                <a:spcPts val="0"/>
              </a:spcBef>
              <a:spcAft>
                <a:spcPts val="0"/>
              </a:spcAft>
              <a:buClr>
                <a:srgbClr val="222222"/>
              </a:buClr>
              <a:buSzPts val="1200"/>
              <a:buFont typeface="Times New Roman"/>
              <a:buChar char="●"/>
            </a:pPr>
            <a:r>
              <a:rPr lang="en" sz="1200">
                <a:solidFill>
                  <a:srgbClr val="222222"/>
                </a:solidFill>
                <a:highlight>
                  <a:srgbClr val="FFFFFF"/>
                </a:highlight>
                <a:latin typeface="Times New Roman"/>
                <a:ea typeface="Times New Roman"/>
                <a:cs typeface="Times New Roman"/>
                <a:sym typeface="Times New Roman"/>
              </a:rPr>
              <a:t>Provides a richer framework for assessing LM generalization.  </a:t>
            </a:r>
            <a:endParaRPr sz="1200">
              <a:solidFill>
                <a:srgbClr val="222222"/>
              </a:solidFill>
              <a:highlight>
                <a:srgbClr val="FFFFFF"/>
              </a:highlight>
              <a:latin typeface="Times New Roman"/>
              <a:ea typeface="Times New Roman"/>
              <a:cs typeface="Times New Roman"/>
              <a:sym typeface="Times New Roman"/>
            </a:endParaRPr>
          </a:p>
          <a:p>
            <a:pPr indent="-304800" lvl="0" marL="457200" rtl="0" algn="l">
              <a:spcBef>
                <a:spcPts val="0"/>
              </a:spcBef>
              <a:spcAft>
                <a:spcPts val="0"/>
              </a:spcAft>
              <a:buClr>
                <a:srgbClr val="222222"/>
              </a:buClr>
              <a:buSzPts val="1200"/>
              <a:buFont typeface="Times New Roman"/>
              <a:buChar char="●"/>
            </a:pPr>
            <a:r>
              <a:rPr lang="en" sz="1200">
                <a:solidFill>
                  <a:srgbClr val="222222"/>
                </a:solidFill>
                <a:highlight>
                  <a:srgbClr val="FFFFFF"/>
                </a:highlight>
                <a:latin typeface="Times New Roman"/>
                <a:ea typeface="Times New Roman"/>
                <a:cs typeface="Times New Roman"/>
                <a:sym typeface="Times New Roman"/>
              </a:rPr>
              <a:t>Task level Generalizability</a:t>
            </a:r>
            <a:endParaRPr sz="1200">
              <a:solidFill>
                <a:srgbClr val="222222"/>
              </a:solidFill>
              <a:highlight>
                <a:srgbClr val="FFFFFF"/>
              </a:highlight>
              <a:latin typeface="Times New Roman"/>
              <a:ea typeface="Times New Roman"/>
              <a:cs typeface="Times New Roman"/>
              <a:sym typeface="Times New Roman"/>
            </a:endParaRPr>
          </a:p>
          <a:p>
            <a:pPr indent="-304800" lvl="0" marL="457200" rtl="0" algn="l">
              <a:spcBef>
                <a:spcPts val="0"/>
              </a:spcBef>
              <a:spcAft>
                <a:spcPts val="0"/>
              </a:spcAft>
              <a:buClr>
                <a:srgbClr val="222222"/>
              </a:buClr>
              <a:buSzPts val="1200"/>
              <a:buFont typeface="Times New Roman"/>
              <a:buChar char="●"/>
            </a:pPr>
            <a:r>
              <a:rPr lang="en" sz="1200">
                <a:solidFill>
                  <a:srgbClr val="222222"/>
                </a:solidFill>
                <a:highlight>
                  <a:srgbClr val="FFFFFF"/>
                </a:highlight>
                <a:latin typeface="Times New Roman"/>
                <a:ea typeface="Times New Roman"/>
                <a:cs typeface="Times New Roman"/>
                <a:sym typeface="Times New Roman"/>
              </a:rPr>
              <a:t>Novel Evaluation Paradigm  </a:t>
            </a:r>
            <a:endParaRPr sz="1200">
              <a:solidFill>
                <a:srgbClr val="222222"/>
              </a:solidFill>
              <a:highlight>
                <a:srgbClr val="FFFFFF"/>
              </a:highlight>
              <a:latin typeface="Times New Roman"/>
              <a:ea typeface="Times New Roman"/>
              <a:cs typeface="Times New Roman"/>
              <a:sym typeface="Times New Roman"/>
            </a:endParaRPr>
          </a:p>
          <a:p>
            <a:pPr indent="-304800" lvl="0" marL="457200" rtl="0" algn="l">
              <a:spcBef>
                <a:spcPts val="0"/>
              </a:spcBef>
              <a:spcAft>
                <a:spcPts val="0"/>
              </a:spcAft>
              <a:buClr>
                <a:srgbClr val="222222"/>
              </a:buClr>
              <a:buSzPts val="1200"/>
              <a:buFont typeface="Times New Roman"/>
              <a:buChar char="●"/>
            </a:pPr>
            <a:r>
              <a:rPr lang="en" sz="1200">
                <a:solidFill>
                  <a:srgbClr val="222222"/>
                </a:solidFill>
                <a:highlight>
                  <a:srgbClr val="FFFFFF"/>
                </a:highlight>
                <a:latin typeface="Times New Roman"/>
                <a:ea typeface="Times New Roman"/>
                <a:cs typeface="Times New Roman"/>
                <a:sym typeface="Times New Roman"/>
              </a:rPr>
              <a:t>Counterfactual Comprehension Check (CCC) </a:t>
            </a:r>
            <a:endParaRPr sz="1200">
              <a:solidFill>
                <a:srgbClr val="222222"/>
              </a:solidFill>
              <a:highlight>
                <a:srgbClr val="FFFFFF"/>
              </a:highlight>
              <a:latin typeface="Times New Roman"/>
              <a:ea typeface="Times New Roman"/>
              <a:cs typeface="Times New Roman"/>
              <a:sym typeface="Times New Roman"/>
            </a:endParaRPr>
          </a:p>
          <a:p>
            <a:pPr indent="-304800" lvl="0" marL="457200" rtl="0" algn="l">
              <a:spcBef>
                <a:spcPts val="0"/>
              </a:spcBef>
              <a:spcAft>
                <a:spcPts val="0"/>
              </a:spcAft>
              <a:buClr>
                <a:srgbClr val="222222"/>
              </a:buClr>
              <a:buSzPts val="1200"/>
              <a:buFont typeface="Times New Roman"/>
              <a:buChar char="●"/>
            </a:pPr>
            <a:r>
              <a:rPr lang="en" sz="1200">
                <a:solidFill>
                  <a:srgbClr val="222222"/>
                </a:solidFill>
                <a:highlight>
                  <a:srgbClr val="FFFFFF"/>
                </a:highlight>
                <a:latin typeface="Times New Roman"/>
                <a:ea typeface="Times New Roman"/>
                <a:cs typeface="Times New Roman"/>
                <a:sym typeface="Times New Roman"/>
              </a:rPr>
              <a:t>Comprehensive Task Suite</a:t>
            </a:r>
            <a:endParaRPr sz="1200">
              <a:solidFill>
                <a:srgbClr val="222222"/>
              </a:solidFill>
              <a:highlight>
                <a:srgbClr val="FFFFFF"/>
              </a:highlight>
              <a:latin typeface="Times New Roman"/>
              <a:ea typeface="Times New Roman"/>
              <a:cs typeface="Times New Roman"/>
              <a:sym typeface="Times New Roman"/>
            </a:endParaRPr>
          </a:p>
          <a:p>
            <a:pPr indent="0" lvl="0" marL="0" rtl="0" algn="l">
              <a:spcBef>
                <a:spcPts val="1000"/>
              </a:spcBef>
              <a:spcAft>
                <a:spcPts val="1200"/>
              </a:spcAft>
              <a:buNone/>
            </a:pPr>
            <a:r>
              <a:t/>
            </a:r>
            <a:endParaRPr sz="1300"/>
          </a:p>
        </p:txBody>
      </p:sp>
    </p:spTree>
  </p:cSld>
  <p:clrMapOvr>
    <a:masterClrMapping/>
  </p:clrMapOvr>
  <p:transition spd="med">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Key Findings:Consistent </a:t>
            </a:r>
            <a:r>
              <a:rPr b="1" lang="en">
                <a:latin typeface="Times New Roman"/>
                <a:ea typeface="Times New Roman"/>
                <a:cs typeface="Times New Roman"/>
                <a:sym typeface="Times New Roman"/>
              </a:rPr>
              <a:t>Performance Degradation</a:t>
            </a:r>
            <a:r>
              <a:rPr b="1" lang="en">
                <a:latin typeface="Times New Roman"/>
                <a:ea typeface="Times New Roman"/>
                <a:cs typeface="Times New Roman"/>
                <a:sym typeface="Times New Roman"/>
              </a:rPr>
              <a:t> </a:t>
            </a:r>
            <a:endParaRPr b="1">
              <a:latin typeface="Times New Roman"/>
              <a:ea typeface="Times New Roman"/>
              <a:cs typeface="Times New Roman"/>
              <a:sym typeface="Times New Roman"/>
            </a:endParaRPr>
          </a:p>
        </p:txBody>
      </p:sp>
      <p:sp>
        <p:nvSpPr>
          <p:cNvPr id="320" name="Google Shape;320;p59"/>
          <p:cNvSpPr txBox="1"/>
          <p:nvPr>
            <p:ph idx="1" type="body"/>
          </p:nvPr>
        </p:nvSpPr>
        <p:spPr>
          <a:xfrm flipH="1">
            <a:off x="172775" y="4568975"/>
            <a:ext cx="8659500" cy="3087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1200"/>
              </a:spcAft>
              <a:buNone/>
            </a:pPr>
            <a:r>
              <a:t/>
            </a:r>
            <a:endParaRPr/>
          </a:p>
        </p:txBody>
      </p:sp>
      <p:pic>
        <p:nvPicPr>
          <p:cNvPr id="321" name="Google Shape;321;p59"/>
          <p:cNvPicPr preferRelativeResize="0"/>
          <p:nvPr/>
        </p:nvPicPr>
        <p:blipFill>
          <a:blip r:embed="rId3">
            <a:alphaModFix/>
          </a:blip>
          <a:stretch>
            <a:fillRect/>
          </a:stretch>
        </p:blipFill>
        <p:spPr>
          <a:xfrm>
            <a:off x="816525" y="1017725"/>
            <a:ext cx="6819900" cy="3579025"/>
          </a:xfrm>
          <a:prstGeom prst="rect">
            <a:avLst/>
          </a:prstGeom>
          <a:noFill/>
          <a:ln>
            <a:noFill/>
          </a:ln>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Zero-shot Chain-of-Thought (Zero-shot CoT)</a:t>
            </a:r>
            <a:r>
              <a:rPr lang="en" sz="1100">
                <a:solidFill>
                  <a:schemeClr val="dk1"/>
                </a:solidFill>
              </a:rPr>
              <a:t> is a prompting technique used to make AI models "think" more logically without giving them any specific examples of how to solve a problem.</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It is best known for the simple, "magic" phrase: </a:t>
            </a:r>
            <a:r>
              <a:rPr b="1" lang="en" sz="1100">
                <a:solidFill>
                  <a:schemeClr val="dk1"/>
                </a:solidFill>
              </a:rPr>
              <a:t>"Let's think step by step."</a:t>
            </a:r>
            <a:endParaRPr b="1"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Zero-shot:</a:t>
            </a:r>
            <a:r>
              <a:rPr lang="en" sz="1100">
                <a:solidFill>
                  <a:schemeClr val="dk1"/>
                </a:solidFill>
              </a:rPr>
              <a:t> You provide </a:t>
            </a:r>
            <a:r>
              <a:rPr b="1" lang="en" sz="1100">
                <a:solidFill>
                  <a:schemeClr val="dk1"/>
                </a:solidFill>
              </a:rPr>
              <a:t>zero examples</a:t>
            </a:r>
            <a:r>
              <a:rPr lang="en" sz="1100">
                <a:solidFill>
                  <a:schemeClr val="dk1"/>
                </a:solidFill>
              </a:rPr>
              <a:t> or demonstrations in your prompt. You just ask the question directly.</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Chain-of-Thought:</a:t>
            </a:r>
            <a:r>
              <a:rPr lang="en" sz="1100">
                <a:solidFill>
                  <a:schemeClr val="dk1"/>
                </a:solidFill>
              </a:rPr>
              <a:t> You encourage the model to break the problem into small, logical intermediate steps before giving the final answer.</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Factors Influencing Counterfactual Performance</a:t>
            </a:r>
            <a:endParaRPr b="1">
              <a:latin typeface="Times New Roman"/>
              <a:ea typeface="Times New Roman"/>
              <a:cs typeface="Times New Roman"/>
              <a:sym typeface="Times New Roman"/>
            </a:endParaRPr>
          </a:p>
        </p:txBody>
      </p:sp>
      <p:sp>
        <p:nvSpPr>
          <p:cNvPr id="332" name="Google Shape;332;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222222"/>
              </a:buClr>
              <a:buSzPts val="1200"/>
              <a:buFont typeface="Times New Roman"/>
              <a:buChar char="●"/>
            </a:pPr>
            <a:r>
              <a:rPr lang="en" sz="1200">
                <a:solidFill>
                  <a:srgbClr val="222222"/>
                </a:solidFill>
                <a:highlight>
                  <a:srgbClr val="FFFFFF"/>
                </a:highlight>
                <a:latin typeface="Times New Roman"/>
                <a:ea typeface="Times New Roman"/>
                <a:cs typeface="Times New Roman"/>
                <a:sym typeface="Times New Roman"/>
              </a:rPr>
              <a:t>Researchers evaluated GPT‑4, GPT‑3.5, Claude, and PaLM‑2 with and without zero‑shot chain‑of‑thought prompting . </a:t>
            </a:r>
            <a:br>
              <a:rPr lang="en" sz="1200">
                <a:solidFill>
                  <a:srgbClr val="222222"/>
                </a:solidFill>
                <a:highlight>
                  <a:srgbClr val="FFFFFF"/>
                </a:highlight>
                <a:latin typeface="Times New Roman"/>
                <a:ea typeface="Times New Roman"/>
                <a:cs typeface="Times New Roman"/>
                <a:sym typeface="Times New Roman"/>
              </a:rPr>
            </a:br>
            <a:endParaRPr sz="1200">
              <a:solidFill>
                <a:srgbClr val="222222"/>
              </a:solidFill>
              <a:highlight>
                <a:srgbClr val="FFFFFF"/>
              </a:highlight>
              <a:latin typeface="Times New Roman"/>
              <a:ea typeface="Times New Roman"/>
              <a:cs typeface="Times New Roman"/>
              <a:sym typeface="Times New Roman"/>
            </a:endParaRPr>
          </a:p>
          <a:p>
            <a:pPr indent="-304800" lvl="0" marL="457200" rtl="0" algn="l">
              <a:spcBef>
                <a:spcPts val="0"/>
              </a:spcBef>
              <a:spcAft>
                <a:spcPts val="0"/>
              </a:spcAft>
              <a:buClr>
                <a:srgbClr val="222222"/>
              </a:buClr>
              <a:buSzPts val="1200"/>
              <a:buFont typeface="Times New Roman"/>
              <a:buChar char="●"/>
            </a:pPr>
            <a:r>
              <a:rPr lang="en" sz="1200">
                <a:solidFill>
                  <a:srgbClr val="222222"/>
                </a:solidFill>
                <a:highlight>
                  <a:srgbClr val="FFFFFF"/>
                </a:highlight>
                <a:latin typeface="Times New Roman"/>
                <a:ea typeface="Times New Roman"/>
                <a:cs typeface="Times New Roman"/>
                <a:sym typeface="Times New Roman"/>
              </a:rPr>
              <a:t>Across tasks, models performed much worse on counterfactual variants than on default setups.</a:t>
            </a:r>
            <a:br>
              <a:rPr lang="en" sz="1200">
                <a:solidFill>
                  <a:srgbClr val="222222"/>
                </a:solidFill>
                <a:highlight>
                  <a:srgbClr val="FFFFFF"/>
                </a:highlight>
                <a:latin typeface="Times New Roman"/>
                <a:ea typeface="Times New Roman"/>
                <a:cs typeface="Times New Roman"/>
                <a:sym typeface="Times New Roman"/>
              </a:rPr>
            </a:br>
            <a:endParaRPr sz="1200">
              <a:solidFill>
                <a:srgbClr val="222222"/>
              </a:solidFill>
              <a:highlight>
                <a:srgbClr val="FFFFFF"/>
              </a:highlight>
              <a:latin typeface="Times New Roman"/>
              <a:ea typeface="Times New Roman"/>
              <a:cs typeface="Times New Roman"/>
              <a:sym typeface="Times New Roman"/>
            </a:endParaRPr>
          </a:p>
          <a:p>
            <a:pPr indent="-304800" lvl="0" marL="457200" rtl="0" algn="l">
              <a:spcBef>
                <a:spcPts val="0"/>
              </a:spcBef>
              <a:spcAft>
                <a:spcPts val="0"/>
              </a:spcAft>
              <a:buClr>
                <a:srgbClr val="222222"/>
              </a:buClr>
              <a:buSzPts val="1200"/>
              <a:buFont typeface="Times New Roman"/>
              <a:buChar char="●"/>
            </a:pPr>
            <a:r>
              <a:rPr lang="en" sz="1200">
                <a:solidFill>
                  <a:srgbClr val="222222"/>
                </a:solidFill>
                <a:highlight>
                  <a:srgbClr val="FFFFFF"/>
                </a:highlight>
                <a:latin typeface="Times New Roman"/>
                <a:ea typeface="Times New Roman"/>
                <a:cs typeface="Times New Roman"/>
                <a:sym typeface="Times New Roman"/>
              </a:rPr>
              <a:t>High CCC accuracy (especially for GPT‑4) revealed large performance gaps between default and counterfactual conditions, showing limits in abstract reasoning and suggesting tasks‑specific overfitting.</a:t>
            </a:r>
            <a:br>
              <a:rPr lang="en" sz="1200">
                <a:solidFill>
                  <a:srgbClr val="222222"/>
                </a:solidFill>
                <a:highlight>
                  <a:srgbClr val="FFFFFF"/>
                </a:highlight>
                <a:latin typeface="Times New Roman"/>
                <a:ea typeface="Times New Roman"/>
                <a:cs typeface="Times New Roman"/>
                <a:sym typeface="Times New Roman"/>
              </a:rPr>
            </a:br>
            <a:endParaRPr sz="1200">
              <a:solidFill>
                <a:srgbClr val="222222"/>
              </a:solidFill>
              <a:highlight>
                <a:srgbClr val="FFFFFF"/>
              </a:highlight>
              <a:latin typeface="Times New Roman"/>
              <a:ea typeface="Times New Roman"/>
              <a:cs typeface="Times New Roman"/>
              <a:sym typeface="Times New Roman"/>
            </a:endParaRPr>
          </a:p>
          <a:p>
            <a:pPr indent="-304800" lvl="0" marL="457200" rtl="0" algn="l">
              <a:spcBef>
                <a:spcPts val="0"/>
              </a:spcBef>
              <a:spcAft>
                <a:spcPts val="0"/>
              </a:spcAft>
              <a:buClr>
                <a:srgbClr val="222222"/>
              </a:buClr>
              <a:buSzPts val="1200"/>
              <a:buFont typeface="Times New Roman"/>
              <a:buChar char="●"/>
            </a:pPr>
            <a:r>
              <a:rPr lang="en" sz="1200">
                <a:solidFill>
                  <a:srgbClr val="222222"/>
                </a:solidFill>
                <a:highlight>
                  <a:srgbClr val="FFFFFF"/>
                </a:highlight>
                <a:latin typeface="Times New Roman"/>
                <a:ea typeface="Times New Roman"/>
                <a:cs typeface="Times New Roman"/>
                <a:sym typeface="Times New Roman"/>
              </a:rPr>
              <a:t>In cases of low CCC accuracy, failures in counterfactual comprehension further highlight that many abilities do not transfer beyond default conditions.</a:t>
            </a:r>
            <a:endParaRPr sz="120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Weaknesses and Limitations of the Study</a:t>
            </a:r>
            <a:endParaRPr b="1">
              <a:latin typeface="Times New Roman"/>
              <a:ea typeface="Times New Roman"/>
              <a:cs typeface="Times New Roman"/>
              <a:sym typeface="Times New Roman"/>
            </a:endParaRPr>
          </a:p>
        </p:txBody>
      </p:sp>
      <p:sp>
        <p:nvSpPr>
          <p:cNvPr id="338" name="Google Shape;338;p62"/>
          <p:cNvSpPr txBox="1"/>
          <p:nvPr>
            <p:ph idx="1" type="body"/>
          </p:nvPr>
        </p:nvSpPr>
        <p:spPr>
          <a:xfrm>
            <a:off x="311700" y="3618050"/>
            <a:ext cx="8520600" cy="9507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018"/>
              <a:buNone/>
            </a:pPr>
            <a:r>
              <a:rPr lang="en" sz="1300">
                <a:solidFill>
                  <a:schemeClr val="dk1"/>
                </a:solidFill>
                <a:latin typeface="Times New Roman"/>
                <a:ea typeface="Times New Roman"/>
                <a:cs typeface="Times New Roman"/>
                <a:sym typeface="Times New Roman"/>
              </a:rPr>
              <a:t>LMs perform best on common and familiar counterfactuals, show strong correlation between default and counterfactual performance, but prompting alone cannot overcome the limitations of memorization and non‑transferability.</a:t>
            </a:r>
            <a:endParaRPr sz="1300">
              <a:solidFill>
                <a:schemeClr val="dk1"/>
              </a:solidFill>
              <a:latin typeface="Times New Roman"/>
              <a:ea typeface="Times New Roman"/>
              <a:cs typeface="Times New Roman"/>
              <a:sym typeface="Times New Roman"/>
            </a:endParaRPr>
          </a:p>
        </p:txBody>
      </p:sp>
      <p:pic>
        <p:nvPicPr>
          <p:cNvPr id="339" name="Google Shape;339;p62"/>
          <p:cNvPicPr preferRelativeResize="0"/>
          <p:nvPr/>
        </p:nvPicPr>
        <p:blipFill>
          <a:blip r:embed="rId3">
            <a:alphaModFix/>
          </a:blip>
          <a:stretch>
            <a:fillRect/>
          </a:stretch>
        </p:blipFill>
        <p:spPr>
          <a:xfrm>
            <a:off x="552025" y="1101063"/>
            <a:ext cx="7372350" cy="2600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63"/>
          <p:cNvSpPr txBox="1"/>
          <p:nvPr>
            <p:ph idx="1" type="body"/>
          </p:nvPr>
        </p:nvSpPr>
        <p:spPr>
          <a:xfrm>
            <a:off x="311700" y="76482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This passage explores a simple question: </a:t>
            </a:r>
            <a:r>
              <a:rPr b="1" lang="en" sz="1100">
                <a:solidFill>
                  <a:schemeClr val="dk1"/>
                </a:solidFill>
                <a:latin typeface="Times New Roman"/>
                <a:ea typeface="Times New Roman"/>
                <a:cs typeface="Times New Roman"/>
                <a:sym typeface="Times New Roman"/>
              </a:rPr>
              <a:t>If an AI is good at a normal task, will it also be good at that same task when the rules are flipped or changed (a "counterfactual" version)? </a:t>
            </a:r>
            <a:r>
              <a:rPr lang="en" sz="1100">
                <a:solidFill>
                  <a:schemeClr val="dk1"/>
                </a:solidFill>
                <a:latin typeface="Times New Roman"/>
                <a:ea typeface="Times New Roman"/>
                <a:cs typeface="Times New Roman"/>
                <a:sym typeface="Times New Roman"/>
              </a:rPr>
              <a:t>Researchers wanted to see if an AI's performance in the "real world" (default) matches its performance in a "make-believe world" (counterfactual) where the logic is slightly different. They tested this by changing three things: the </a:t>
            </a:r>
            <a:r>
              <a:rPr b="1" lang="en" sz="1100">
                <a:solidFill>
                  <a:schemeClr val="dk1"/>
                </a:solidFill>
                <a:latin typeface="Times New Roman"/>
                <a:ea typeface="Times New Roman"/>
                <a:cs typeface="Times New Roman"/>
                <a:sym typeface="Times New Roman"/>
              </a:rPr>
              <a:t>difficulty</a:t>
            </a:r>
            <a:r>
              <a:rPr lang="en" sz="1100">
                <a:solidFill>
                  <a:schemeClr val="dk1"/>
                </a:solidFill>
                <a:latin typeface="Times New Roman"/>
                <a:ea typeface="Times New Roman"/>
                <a:cs typeface="Times New Roman"/>
                <a:sym typeface="Times New Roman"/>
              </a:rPr>
              <a:t> of the task, the </a:t>
            </a:r>
            <a:r>
              <a:rPr b="1" lang="en" sz="1100">
                <a:solidFill>
                  <a:schemeClr val="dk1"/>
                </a:solidFill>
                <a:latin typeface="Times New Roman"/>
                <a:ea typeface="Times New Roman"/>
                <a:cs typeface="Times New Roman"/>
                <a:sym typeface="Times New Roman"/>
              </a:rPr>
              <a:t>specific examples</a:t>
            </a:r>
            <a:r>
              <a:rPr lang="en" sz="1100">
                <a:solidFill>
                  <a:schemeClr val="dk1"/>
                </a:solidFill>
                <a:latin typeface="Times New Roman"/>
                <a:ea typeface="Times New Roman"/>
                <a:cs typeface="Times New Roman"/>
                <a:sym typeface="Times New Roman"/>
              </a:rPr>
              <a:t> used, and the </a:t>
            </a:r>
            <a:r>
              <a:rPr b="1" lang="en" sz="1100">
                <a:solidFill>
                  <a:schemeClr val="dk1"/>
                </a:solidFill>
                <a:latin typeface="Times New Roman"/>
                <a:ea typeface="Times New Roman"/>
                <a:cs typeface="Times New Roman"/>
                <a:sym typeface="Times New Roman"/>
              </a:rPr>
              <a:t>AI model</a:t>
            </a:r>
            <a:r>
              <a:rPr lang="en" sz="1100">
                <a:solidFill>
                  <a:schemeClr val="dk1"/>
                </a:solidFill>
                <a:latin typeface="Times New Roman"/>
                <a:ea typeface="Times New Roman"/>
                <a:cs typeface="Times New Roman"/>
                <a:sym typeface="Times New Roman"/>
              </a:rPr>
              <a:t> itself.  </a:t>
            </a:r>
            <a:endParaRPr sz="11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dk1"/>
              </a:buClr>
              <a:buSzPct val="84615"/>
              <a:buFont typeface="Arial"/>
              <a:buNone/>
            </a:pPr>
            <a:r>
              <a:rPr b="1" lang="en" sz="1300">
                <a:solidFill>
                  <a:schemeClr val="dk1"/>
                </a:solidFill>
                <a:latin typeface="Times New Roman"/>
                <a:ea typeface="Times New Roman"/>
                <a:cs typeface="Times New Roman"/>
                <a:sym typeface="Times New Roman"/>
              </a:rPr>
              <a:t>1. Harder Tasks Show the Same Pattern</a:t>
            </a:r>
            <a:endParaRPr b="1"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ct val="100000"/>
              <a:buFont typeface="Arial"/>
              <a:buNone/>
            </a:pPr>
            <a:r>
              <a:rPr lang="en" sz="1100">
                <a:solidFill>
                  <a:schemeClr val="dk1"/>
                </a:solidFill>
                <a:latin typeface="Times New Roman"/>
                <a:ea typeface="Times New Roman"/>
                <a:cs typeface="Times New Roman"/>
                <a:sym typeface="Times New Roman"/>
              </a:rPr>
              <a:t>The researchers tested different levels of difficulty to see if the correlation held up:</a:t>
            </a:r>
            <a:endParaRPr sz="1100">
              <a:solidFill>
                <a:schemeClr val="dk1"/>
              </a:solidFill>
              <a:latin typeface="Times New Roman"/>
              <a:ea typeface="Times New Roman"/>
              <a:cs typeface="Times New Roman"/>
              <a:sym typeface="Times New Roman"/>
            </a:endParaRPr>
          </a:p>
          <a:p>
            <a:pPr indent="-287972" lvl="0" marL="457200" rtl="0" algn="l">
              <a:spcBef>
                <a:spcPts val="1200"/>
              </a:spcBef>
              <a:spcAft>
                <a:spcPts val="0"/>
              </a:spcAft>
              <a:buClr>
                <a:schemeClr val="dk1"/>
              </a:buClr>
              <a:buSzPct val="100000"/>
              <a:buChar char="●"/>
            </a:pPr>
            <a:r>
              <a:rPr b="1" lang="en" sz="1100">
                <a:solidFill>
                  <a:schemeClr val="dk1"/>
                </a:solidFill>
                <a:latin typeface="Times New Roman"/>
                <a:ea typeface="Times New Roman"/>
                <a:cs typeface="Times New Roman"/>
                <a:sym typeface="Times New Roman"/>
              </a:rPr>
              <a:t>Math:</a:t>
            </a:r>
            <a:r>
              <a:rPr lang="en" sz="1100">
                <a:solidFill>
                  <a:schemeClr val="dk1"/>
                </a:solidFill>
                <a:latin typeface="Times New Roman"/>
                <a:ea typeface="Times New Roman"/>
                <a:cs typeface="Times New Roman"/>
                <a:sym typeface="Times New Roman"/>
              </a:rPr>
              <a:t> They moved from simple 2-digit addition to 3-digit and 4-digit addition.</a:t>
            </a:r>
            <a:endParaRPr sz="1100">
              <a:solidFill>
                <a:schemeClr val="dk1"/>
              </a:solidFill>
              <a:latin typeface="Times New Roman"/>
              <a:ea typeface="Times New Roman"/>
              <a:cs typeface="Times New Roman"/>
              <a:sym typeface="Times New Roman"/>
            </a:endParaRPr>
          </a:p>
          <a:p>
            <a:pPr indent="-287972" lvl="0" marL="457200" rtl="0" algn="l">
              <a:spcBef>
                <a:spcPts val="0"/>
              </a:spcBef>
              <a:spcAft>
                <a:spcPts val="0"/>
              </a:spcAft>
              <a:buClr>
                <a:schemeClr val="dk1"/>
              </a:buClr>
              <a:buSzPct val="100000"/>
              <a:buChar char="●"/>
            </a:pPr>
            <a:r>
              <a:rPr b="1" lang="en" sz="1100">
                <a:solidFill>
                  <a:schemeClr val="dk1"/>
                </a:solidFill>
                <a:latin typeface="Times New Roman"/>
                <a:ea typeface="Times New Roman"/>
                <a:cs typeface="Times New Roman"/>
                <a:sym typeface="Times New Roman"/>
              </a:rPr>
              <a:t>Music:</a:t>
            </a:r>
            <a:r>
              <a:rPr lang="en" sz="1100">
                <a:solidFill>
                  <a:schemeClr val="dk1"/>
                </a:solidFill>
                <a:latin typeface="Times New Roman"/>
                <a:ea typeface="Times New Roman"/>
                <a:cs typeface="Times New Roman"/>
                <a:sym typeface="Times New Roman"/>
              </a:rPr>
              <a:t> They asked the AI to find notes in a melody, making it harder by asking for notes further along in the sequence.</a:t>
            </a:r>
            <a:endParaRPr sz="1100">
              <a:solidFill>
                <a:schemeClr val="dk1"/>
              </a:solidFill>
              <a:latin typeface="Times New Roman"/>
              <a:ea typeface="Times New Roman"/>
              <a:cs typeface="Times New Roman"/>
              <a:sym typeface="Times New Roman"/>
            </a:endParaRPr>
          </a:p>
          <a:p>
            <a:pPr indent="-287972" lvl="0" marL="457200" rtl="0" algn="l">
              <a:spcBef>
                <a:spcPts val="0"/>
              </a:spcBef>
              <a:spcAft>
                <a:spcPts val="0"/>
              </a:spcAft>
              <a:buClr>
                <a:schemeClr val="dk1"/>
              </a:buClr>
              <a:buSzPct val="100000"/>
              <a:buChar char="●"/>
            </a:pPr>
            <a:r>
              <a:rPr b="1" lang="en" sz="1100">
                <a:solidFill>
                  <a:schemeClr val="dk1"/>
                </a:solidFill>
                <a:latin typeface="Times New Roman"/>
                <a:ea typeface="Times New Roman"/>
                <a:cs typeface="Times New Roman"/>
                <a:sym typeface="Times New Roman"/>
              </a:rPr>
              <a:t>Logic Games (SET):</a:t>
            </a:r>
            <a:r>
              <a:rPr lang="en" sz="1100">
                <a:solidFill>
                  <a:schemeClr val="dk1"/>
                </a:solidFill>
                <a:latin typeface="Times New Roman"/>
                <a:ea typeface="Times New Roman"/>
                <a:cs typeface="Times New Roman"/>
                <a:sym typeface="Times New Roman"/>
              </a:rPr>
              <a:t> They made the game harder by showing fewer cards to the AI. </a:t>
            </a:r>
            <a:r>
              <a:rPr b="1" lang="en" sz="1100">
                <a:solidFill>
                  <a:schemeClr val="dk1"/>
                </a:solidFill>
                <a:latin typeface="Times New Roman"/>
                <a:ea typeface="Times New Roman"/>
                <a:cs typeface="Times New Roman"/>
                <a:sym typeface="Times New Roman"/>
              </a:rPr>
              <a:t>The Result:</a:t>
            </a:r>
            <a:r>
              <a:rPr lang="en" sz="1100">
                <a:solidFill>
                  <a:schemeClr val="dk1"/>
                </a:solidFill>
                <a:latin typeface="Times New Roman"/>
                <a:ea typeface="Times New Roman"/>
                <a:cs typeface="Times New Roman"/>
                <a:sym typeface="Times New Roman"/>
              </a:rPr>
              <a:t> Even as tasks got harder, if the AI was good at the "normal" version, it stayed relatively good at the "counterfactual" version.</a:t>
            </a:r>
            <a:endParaRPr sz="11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dk1"/>
              </a:buClr>
              <a:buSzPct val="84615"/>
              <a:buFont typeface="Arial"/>
              <a:buNone/>
            </a:pPr>
            <a:r>
              <a:rPr b="1" lang="en" sz="1300">
                <a:solidFill>
                  <a:schemeClr val="dk1"/>
                </a:solidFill>
                <a:latin typeface="Times New Roman"/>
                <a:ea typeface="Times New Roman"/>
                <a:cs typeface="Times New Roman"/>
                <a:sym typeface="Times New Roman"/>
              </a:rPr>
              <a:t>2. Specific Examples and Model Strength</a:t>
            </a:r>
            <a:endParaRPr b="1" sz="1300">
              <a:solidFill>
                <a:schemeClr val="dk1"/>
              </a:solidFill>
              <a:latin typeface="Times New Roman"/>
              <a:ea typeface="Times New Roman"/>
              <a:cs typeface="Times New Roman"/>
              <a:sym typeface="Times New Roman"/>
            </a:endParaRPr>
          </a:p>
          <a:p>
            <a:pPr indent="-287972" lvl="0" marL="457200" rtl="0" algn="l">
              <a:spcBef>
                <a:spcPts val="1200"/>
              </a:spcBef>
              <a:spcAft>
                <a:spcPts val="0"/>
              </a:spcAft>
              <a:buClr>
                <a:schemeClr val="dk1"/>
              </a:buClr>
              <a:buSzPct val="100000"/>
              <a:buChar char="●"/>
            </a:pPr>
            <a:r>
              <a:rPr b="1" lang="en" sz="1100">
                <a:solidFill>
                  <a:schemeClr val="dk1"/>
                </a:solidFill>
                <a:latin typeface="Times New Roman"/>
                <a:ea typeface="Times New Roman"/>
                <a:cs typeface="Times New Roman"/>
                <a:sym typeface="Times New Roman"/>
              </a:rPr>
              <a:t>Specific Examples:</a:t>
            </a:r>
            <a:r>
              <a:rPr lang="en" sz="1100">
                <a:solidFill>
                  <a:schemeClr val="dk1"/>
                </a:solidFill>
                <a:latin typeface="Times New Roman"/>
                <a:ea typeface="Times New Roman"/>
                <a:cs typeface="Times New Roman"/>
                <a:sym typeface="Times New Roman"/>
              </a:rPr>
              <a:t> They looked at individual problems (like different types of musical chords). They found that if an AI struggled with a specific "normal" chord, it also struggled with that same chord in a counterfactual setting.</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 sz="1100">
                <a:solidFill>
                  <a:schemeClr val="dk1"/>
                </a:solidFill>
                <a:latin typeface="Times New Roman"/>
                <a:ea typeface="Times New Roman"/>
                <a:cs typeface="Times New Roman"/>
                <a:sym typeface="Times New Roman"/>
              </a:rPr>
              <a:t>Model Power:</a:t>
            </a:r>
            <a:r>
              <a:rPr lang="en" sz="1100">
                <a:solidFill>
                  <a:schemeClr val="dk1"/>
                </a:solidFill>
                <a:latin typeface="Times New Roman"/>
                <a:ea typeface="Times New Roman"/>
                <a:cs typeface="Times New Roman"/>
                <a:sym typeface="Times New Roman"/>
              </a:rPr>
              <a:t> Generally, "smarter" AI models (like GPT-4) performed better in both the normal and make-believe worlds compared to "weaker" models.</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1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Generalizability of Counterfactual Techniques</a:t>
            </a:r>
            <a:endParaRPr b="1">
              <a:latin typeface="Times New Roman"/>
              <a:ea typeface="Times New Roman"/>
              <a:cs typeface="Times New Roman"/>
              <a:sym typeface="Times New Roman"/>
            </a:endParaRPr>
          </a:p>
        </p:txBody>
      </p:sp>
      <p:sp>
        <p:nvSpPr>
          <p:cNvPr id="350" name="Google Shape;350;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Human performance in counterfactuals</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a:solidFill>
                  <a:srgbClr val="000000"/>
                </a:solidFill>
                <a:highlight>
                  <a:srgbClr val="FFFFFF"/>
                </a:highlight>
                <a:latin typeface="Times New Roman"/>
                <a:ea typeface="Times New Roman"/>
                <a:cs typeface="Times New Roman"/>
                <a:sym typeface="Times New Roman"/>
              </a:rPr>
              <a:t>Task-specific vs. general reasoning  </a:t>
            </a:r>
            <a:br>
              <a:rPr lang="en" sz="1200">
                <a:solidFill>
                  <a:srgbClr val="000000"/>
                </a:solidFill>
                <a:highlight>
                  <a:srgbClr val="FFFFFF"/>
                </a:highlight>
                <a:latin typeface="Times New Roman"/>
                <a:ea typeface="Times New Roman"/>
                <a:cs typeface="Times New Roman"/>
                <a:sym typeface="Times New Roman"/>
              </a:rPr>
            </a:br>
            <a:endParaRPr sz="1200">
              <a:solidFill>
                <a:srgbClr val="000000"/>
              </a:solidFill>
              <a:highlight>
                <a:srgbClr val="FFFFFF"/>
              </a:highlight>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a:solidFill>
                  <a:srgbClr val="000000"/>
                </a:solidFill>
                <a:highlight>
                  <a:srgbClr val="FFFFFF"/>
                </a:highlight>
                <a:latin typeface="Times New Roman"/>
                <a:ea typeface="Times New Roman"/>
                <a:cs typeface="Times New Roman"/>
                <a:sym typeface="Times New Roman"/>
              </a:rPr>
              <a:t>Value of counterfactual tasks  </a:t>
            </a:r>
            <a:endParaRPr sz="1200">
              <a:solidFill>
                <a:srgbClr val="000000"/>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rPr lang="en" sz="1200">
                <a:solidFill>
                  <a:srgbClr val="000000"/>
                </a:solidFill>
                <a:highlight>
                  <a:srgbClr val="FFFFFF"/>
                </a:highlight>
                <a:latin typeface="Times New Roman"/>
                <a:ea typeface="Times New Roman"/>
                <a:cs typeface="Times New Roman"/>
                <a:sym typeface="Times New Roman"/>
              </a:rPr>
              <a:t> </a:t>
            </a:r>
            <a:endParaRPr sz="1200">
              <a:solidFill>
                <a:srgbClr val="000000"/>
              </a:solidFill>
              <a:highlight>
                <a:srgbClr val="FFFFFF"/>
              </a:highlight>
              <a:latin typeface="Times New Roman"/>
              <a:ea typeface="Times New Roman"/>
              <a:cs typeface="Times New Roman"/>
              <a:sym typeface="Times New Roman"/>
            </a:endParaRPr>
          </a:p>
          <a:p>
            <a:pPr indent="0" lvl="0" marL="457200" rtl="0" algn="l">
              <a:spcBef>
                <a:spcPts val="1200"/>
              </a:spcBef>
              <a:spcAft>
                <a:spcPts val="1200"/>
              </a:spcAft>
              <a:buNone/>
            </a:pPr>
            <a:r>
              <a:t/>
            </a:r>
            <a:endParaRPr sz="110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Conclusion: Implications for LM Development</a:t>
            </a:r>
            <a:endParaRPr b="1">
              <a:latin typeface="Times New Roman"/>
              <a:ea typeface="Times New Roman"/>
              <a:cs typeface="Times New Roman"/>
              <a:sym typeface="Times New Roman"/>
            </a:endParaRPr>
          </a:p>
        </p:txBody>
      </p:sp>
      <p:sp>
        <p:nvSpPr>
          <p:cNvPr id="356" name="Google Shape;356;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120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The study found a </a:t>
            </a:r>
            <a:r>
              <a:rPr b="1" lang="en" sz="1200">
                <a:solidFill>
                  <a:schemeClr val="dk1"/>
                </a:solidFill>
                <a:latin typeface="Times New Roman"/>
                <a:ea typeface="Times New Roman"/>
                <a:cs typeface="Times New Roman"/>
                <a:sym typeface="Times New Roman"/>
              </a:rPr>
              <a:t>strong correlation</a:t>
            </a:r>
            <a:r>
              <a:rPr lang="en" sz="1200">
                <a:solidFill>
                  <a:schemeClr val="dk1"/>
                </a:solidFill>
                <a:latin typeface="Times New Roman"/>
                <a:ea typeface="Times New Roman"/>
                <a:cs typeface="Times New Roman"/>
                <a:sym typeface="Times New Roman"/>
              </a:rPr>
              <a:t> across the board. This means that an AI’s ability to solve a standard problem is a very reliable predictor of how well it can handle a modified, counterfactual version of that same problem. Therefore, we shouldn't dismiss an AI's "normal" performance—it proves the model has a genuine underlying skill that works even when the rules change.  </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We found that AI struggles when we change the 'default' rules of a task. This happens because the AI is just repeating patterns it has read earlier, rather than learning the actual logic. In the future, we need to see if teaching AI about the 'real world' helps it to become more flexible</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Future Directions in Language Model Research</a:t>
            </a:r>
            <a:endParaRPr b="1">
              <a:latin typeface="Times New Roman"/>
              <a:ea typeface="Times New Roman"/>
              <a:cs typeface="Times New Roman"/>
              <a:sym typeface="Times New Roman"/>
            </a:endParaRPr>
          </a:p>
        </p:txBody>
      </p:sp>
      <p:sp>
        <p:nvSpPr>
          <p:cNvPr id="362" name="Google Shape;362;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Interdisciplinary Approaches: Integrating insights  </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f</a:t>
            </a:r>
            <a:r>
              <a:rPr lang="en" sz="1200">
                <a:solidFill>
                  <a:schemeClr val="dk1"/>
                </a:solidFill>
                <a:latin typeface="Times New Roman"/>
                <a:ea typeface="Times New Roman"/>
                <a:cs typeface="Times New Roman"/>
                <a:sym typeface="Times New Roman"/>
              </a:rPr>
              <a:t>rom cognitive science, linguistics and computer science</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can enhance our understanding of language processing in</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models. </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Ethical Considerations : As </a:t>
            </a:r>
            <a:r>
              <a:rPr lang="en" sz="1200">
                <a:solidFill>
                  <a:schemeClr val="dk1"/>
                </a:solidFill>
                <a:latin typeface="Times New Roman"/>
                <a:ea typeface="Times New Roman"/>
                <a:cs typeface="Times New Roman"/>
                <a:sym typeface="Times New Roman"/>
              </a:rPr>
              <a:t>language</a:t>
            </a:r>
            <a:r>
              <a:rPr lang="en" sz="1200">
                <a:solidFill>
                  <a:schemeClr val="dk1"/>
                </a:solidFill>
                <a:latin typeface="Times New Roman"/>
                <a:ea typeface="Times New Roman"/>
                <a:cs typeface="Times New Roman"/>
                <a:sym typeface="Times New Roman"/>
              </a:rPr>
              <a:t> models become more </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a</a:t>
            </a:r>
            <a:r>
              <a:rPr lang="en" sz="1200">
                <a:solidFill>
                  <a:schemeClr val="dk1"/>
                </a:solidFill>
                <a:latin typeface="Times New Roman"/>
                <a:ea typeface="Times New Roman"/>
                <a:cs typeface="Times New Roman"/>
                <a:sym typeface="Times New Roman"/>
              </a:rPr>
              <a:t>dvanced</a:t>
            </a:r>
            <a:r>
              <a:rPr lang="en" sz="1200">
                <a:solidFill>
                  <a:schemeClr val="dk1"/>
                </a:solidFill>
                <a:latin typeface="Times New Roman"/>
                <a:ea typeface="Times New Roman"/>
                <a:cs typeface="Times New Roman"/>
                <a:sym typeface="Times New Roman"/>
              </a:rPr>
              <a:t>, addressing ethical considerations such as bias and </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misinformation is crucial.</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Adaptive Learning Mechanisms : </a:t>
            </a:r>
            <a:r>
              <a:rPr lang="en" sz="1200">
                <a:solidFill>
                  <a:schemeClr val="dk1"/>
                </a:solidFill>
                <a:latin typeface="Times New Roman"/>
                <a:ea typeface="Times New Roman"/>
                <a:cs typeface="Times New Roman"/>
                <a:sym typeface="Times New Roman"/>
              </a:rPr>
              <a:t>Implementing adaptive </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learning</a:t>
            </a:r>
            <a:r>
              <a:rPr lang="en" sz="1200">
                <a:solidFill>
                  <a:schemeClr val="dk1"/>
                </a:solidFill>
                <a:latin typeface="Times New Roman"/>
                <a:ea typeface="Times New Roman"/>
                <a:cs typeface="Times New Roman"/>
                <a:sym typeface="Times New Roman"/>
              </a:rPr>
              <a:t> strategies that allows models to adjust </a:t>
            </a:r>
            <a:r>
              <a:rPr lang="en" sz="1200">
                <a:solidFill>
                  <a:schemeClr val="dk1"/>
                </a:solidFill>
                <a:latin typeface="Times New Roman"/>
                <a:ea typeface="Times New Roman"/>
                <a:cs typeface="Times New Roman"/>
                <a:sym typeface="Times New Roman"/>
              </a:rPr>
              <a:t>their</a:t>
            </a:r>
            <a:r>
              <a:rPr lang="en" sz="1200">
                <a:solidFill>
                  <a:schemeClr val="dk1"/>
                </a:solidFill>
                <a:latin typeface="Times New Roman"/>
                <a:ea typeface="Times New Roman"/>
                <a:cs typeface="Times New Roman"/>
                <a:sym typeface="Times New Roman"/>
              </a:rPr>
              <a:t> </a:t>
            </a:r>
            <a:r>
              <a:rPr lang="en" sz="1200">
                <a:solidFill>
                  <a:schemeClr val="dk1"/>
                </a:solidFill>
                <a:latin typeface="Times New Roman"/>
                <a:ea typeface="Times New Roman"/>
                <a:cs typeface="Times New Roman"/>
                <a:sym typeface="Times New Roman"/>
              </a:rPr>
              <a:t>feedback</a:t>
            </a:r>
            <a:r>
              <a:rPr lang="en" sz="1200">
                <a:solidFill>
                  <a:schemeClr val="dk1"/>
                </a:solidFill>
                <a:latin typeface="Times New Roman"/>
                <a:ea typeface="Times New Roman"/>
                <a:cs typeface="Times New Roman"/>
                <a:sym typeface="Times New Roman"/>
              </a:rPr>
              <a:t> </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based on feedback and context an significantly improve </a:t>
            </a:r>
            <a:br>
              <a:rPr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performance in dynamic environments. </a:t>
            </a:r>
            <a:endParaRPr sz="12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pic>
        <p:nvPicPr>
          <p:cNvPr id="363" name="Google Shape;363;p66"/>
          <p:cNvPicPr preferRelativeResize="0"/>
          <p:nvPr/>
        </p:nvPicPr>
        <p:blipFill>
          <a:blip r:embed="rId3">
            <a:alphaModFix/>
          </a:blip>
          <a:stretch>
            <a:fillRect/>
          </a:stretch>
        </p:blipFill>
        <p:spPr>
          <a:xfrm>
            <a:off x="4731499" y="1152475"/>
            <a:ext cx="3927075" cy="2486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69" name="Google Shape;369;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books and blackboard with drawing of a lightbulb and slogan knowledge emancipates you,learning,education,back to school concept (Provided by Getty Images)" id="370" name="Google Shape;370;p67"/>
          <p:cNvPicPr preferRelativeResize="0"/>
          <p:nvPr/>
        </p:nvPicPr>
        <p:blipFill>
          <a:blip r:embed="rId3">
            <a:alphaModFix/>
          </a:blip>
          <a:stretch>
            <a:fillRect/>
          </a:stretch>
        </p:blipFill>
        <p:spPr>
          <a:xfrm>
            <a:off x="-172786" y="129425"/>
            <a:ext cx="7330473" cy="5143501"/>
          </a:xfrm>
          <a:prstGeom prst="rect">
            <a:avLst/>
          </a:prstGeom>
          <a:noFill/>
          <a:ln>
            <a:noFill/>
          </a:ln>
        </p:spPr>
      </p:pic>
      <p:pic>
        <p:nvPicPr>
          <p:cNvPr descr="thank you in different languages (Provided by Getty Images)" id="371" name="Google Shape;371;p67"/>
          <p:cNvPicPr preferRelativeResize="0"/>
          <p:nvPr/>
        </p:nvPicPr>
        <p:blipFill>
          <a:blip r:embed="rId4">
            <a:alphaModFix/>
          </a:blip>
          <a:stretch>
            <a:fillRect/>
          </a:stretch>
        </p:blipFill>
        <p:spPr>
          <a:xfrm>
            <a:off x="5137050" y="3093250"/>
            <a:ext cx="3230100" cy="217967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ent/Teacher Conference">
  <a:themeElements>
    <a:clrScheme name="Simple Light">
      <a:dk1>
        <a:srgbClr val="212121"/>
      </a:dk1>
      <a:lt1>
        <a:srgbClr val="E6E1D6"/>
      </a:lt1>
      <a:dk2>
        <a:srgbClr val="035ED3"/>
      </a:dk2>
      <a:lt2>
        <a:srgbClr val="F3F3F3"/>
      </a:lt2>
      <a:accent1>
        <a:srgbClr val="C7BEAA"/>
      </a:accent1>
      <a:accent2>
        <a:srgbClr val="A4C2F4"/>
      </a:accent2>
      <a:accent3>
        <a:srgbClr val="78909C"/>
      </a:accent3>
      <a:accent4>
        <a:srgbClr val="FFAB40"/>
      </a:accent4>
      <a:accent5>
        <a:srgbClr val="0097A7"/>
      </a:accent5>
      <a:accent6>
        <a:srgbClr val="EEFF41"/>
      </a:accent6>
      <a:hlink>
        <a:srgbClr val="035ED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